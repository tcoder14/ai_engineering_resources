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71" r:id="rId4"/>
    <p:sldId id="258" r:id="rId5"/>
    <p:sldId id="260" r:id="rId6"/>
    <p:sldId id="274" r:id="rId7"/>
    <p:sldId id="275" r:id="rId8"/>
    <p:sldId id="262" r:id="rId9"/>
    <p:sldId id="263" r:id="rId10"/>
    <p:sldId id="261" r:id="rId11"/>
    <p:sldId id="264" r:id="rId12"/>
    <p:sldId id="265" r:id="rId13"/>
    <p:sldId id="266" r:id="rId14"/>
    <p:sldId id="267" r:id="rId15"/>
    <p:sldId id="272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31B4EA-A60D-46D1-AE85-E1410A8E3F22}" type="doc">
      <dgm:prSet loTypeId="urn:microsoft.com/office/officeart/2005/8/layout/hierarchy5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SG"/>
        </a:p>
      </dgm:t>
    </dgm:pt>
    <dgm:pt modelId="{02C24304-BB24-4CF0-8733-96B2AE5D7D2F}">
      <dgm:prSet phldrT="[Text]"/>
      <dgm:spPr/>
      <dgm:t>
        <a:bodyPr/>
        <a:lstStyle/>
        <a:p>
          <a:r>
            <a:rPr lang="en-SG" dirty="0"/>
            <a:t>Data Type</a:t>
          </a:r>
        </a:p>
      </dgm:t>
    </dgm:pt>
    <dgm:pt modelId="{B00F7BBC-2D69-413F-A0CC-400E665003B5}" type="parTrans" cxnId="{92B946A9-FFB5-4FE7-9C76-F2232ED6A222}">
      <dgm:prSet/>
      <dgm:spPr/>
      <dgm:t>
        <a:bodyPr/>
        <a:lstStyle/>
        <a:p>
          <a:endParaRPr lang="en-SG"/>
        </a:p>
      </dgm:t>
    </dgm:pt>
    <dgm:pt modelId="{A7D31BC1-C965-4F22-826B-83A8380841E9}" type="sibTrans" cxnId="{92B946A9-FFB5-4FE7-9C76-F2232ED6A222}">
      <dgm:prSet/>
      <dgm:spPr/>
      <dgm:t>
        <a:bodyPr/>
        <a:lstStyle/>
        <a:p>
          <a:endParaRPr lang="en-SG"/>
        </a:p>
      </dgm:t>
    </dgm:pt>
    <dgm:pt modelId="{00D3A6FA-B98E-4DF2-AD2A-357AD3E7BC84}">
      <dgm:prSet phldrT="[Text]"/>
      <dgm:spPr/>
      <dgm:t>
        <a:bodyPr/>
        <a:lstStyle/>
        <a:p>
          <a:r>
            <a:rPr lang="en-SG" dirty="0"/>
            <a:t>Numeric</a:t>
          </a:r>
        </a:p>
      </dgm:t>
    </dgm:pt>
    <dgm:pt modelId="{DCD8E7EB-3B32-49BC-BC10-DE2FF86DF46C}" type="parTrans" cxnId="{B5953250-476B-4D3B-A6D2-F4DBBB7FCD0E}">
      <dgm:prSet/>
      <dgm:spPr/>
      <dgm:t>
        <a:bodyPr/>
        <a:lstStyle/>
        <a:p>
          <a:endParaRPr lang="en-SG"/>
        </a:p>
      </dgm:t>
    </dgm:pt>
    <dgm:pt modelId="{56049682-58A1-4DE3-85BB-C72CB5A041D5}" type="sibTrans" cxnId="{B5953250-476B-4D3B-A6D2-F4DBBB7FCD0E}">
      <dgm:prSet/>
      <dgm:spPr/>
      <dgm:t>
        <a:bodyPr/>
        <a:lstStyle/>
        <a:p>
          <a:endParaRPr lang="en-SG"/>
        </a:p>
      </dgm:t>
    </dgm:pt>
    <dgm:pt modelId="{2965E603-1CB8-4E35-9360-256A18D0C3D1}">
      <dgm:prSet phldrT="[Text]"/>
      <dgm:spPr/>
      <dgm:t>
        <a:bodyPr/>
        <a:lstStyle/>
        <a:p>
          <a:r>
            <a:rPr lang="en-SG" dirty="0"/>
            <a:t>String</a:t>
          </a:r>
        </a:p>
      </dgm:t>
    </dgm:pt>
    <dgm:pt modelId="{92F47E74-CCC5-4440-B8DF-31AD60037A9E}" type="parTrans" cxnId="{7D855155-474A-4713-B872-7D55089BABFB}">
      <dgm:prSet/>
      <dgm:spPr/>
      <dgm:t>
        <a:bodyPr/>
        <a:lstStyle/>
        <a:p>
          <a:endParaRPr lang="en-SG"/>
        </a:p>
      </dgm:t>
    </dgm:pt>
    <dgm:pt modelId="{405CADD1-8F40-4981-BB42-105E515A5863}" type="sibTrans" cxnId="{7D855155-474A-4713-B872-7D55089BABFB}">
      <dgm:prSet/>
      <dgm:spPr/>
      <dgm:t>
        <a:bodyPr/>
        <a:lstStyle/>
        <a:p>
          <a:endParaRPr lang="en-SG"/>
        </a:p>
      </dgm:t>
    </dgm:pt>
    <dgm:pt modelId="{E78FBB80-C7A4-4496-B5F7-EF86963F9A72}">
      <dgm:prSet phldrT="[Text]"/>
      <dgm:spPr/>
      <dgm:t>
        <a:bodyPr/>
        <a:lstStyle/>
        <a:p>
          <a:r>
            <a:rPr lang="en-SG" dirty="0"/>
            <a:t>Boolean</a:t>
          </a:r>
        </a:p>
      </dgm:t>
    </dgm:pt>
    <dgm:pt modelId="{8805CEB2-1948-4987-B6BB-F045F9B58A9A}" type="parTrans" cxnId="{FA1030B8-63D6-493C-9FA8-FBDAEC0BEEF1}">
      <dgm:prSet/>
      <dgm:spPr/>
      <dgm:t>
        <a:bodyPr/>
        <a:lstStyle/>
        <a:p>
          <a:endParaRPr lang="en-SG"/>
        </a:p>
      </dgm:t>
    </dgm:pt>
    <dgm:pt modelId="{7C72B5E6-A2DC-41F2-962F-390867967E88}" type="sibTrans" cxnId="{FA1030B8-63D6-493C-9FA8-FBDAEC0BEEF1}">
      <dgm:prSet/>
      <dgm:spPr/>
      <dgm:t>
        <a:bodyPr/>
        <a:lstStyle/>
        <a:p>
          <a:endParaRPr lang="en-SG"/>
        </a:p>
      </dgm:t>
    </dgm:pt>
    <dgm:pt modelId="{E45E31FA-9777-4336-B9D4-A1BA29E61215}">
      <dgm:prSet phldrT="[Text]"/>
      <dgm:spPr/>
      <dgm:t>
        <a:bodyPr/>
        <a:lstStyle/>
        <a:p>
          <a:r>
            <a:rPr lang="en-SG" dirty="0"/>
            <a:t>Integer</a:t>
          </a:r>
        </a:p>
      </dgm:t>
    </dgm:pt>
    <dgm:pt modelId="{94F9C343-9410-4648-ABB4-AD57287EFE31}" type="parTrans" cxnId="{33A34D15-0BBF-4F90-9839-685DC8836834}">
      <dgm:prSet/>
      <dgm:spPr/>
      <dgm:t>
        <a:bodyPr/>
        <a:lstStyle/>
        <a:p>
          <a:endParaRPr lang="en-SG"/>
        </a:p>
      </dgm:t>
    </dgm:pt>
    <dgm:pt modelId="{7323033B-44D6-4BF1-AEFB-AC464EB45264}" type="sibTrans" cxnId="{33A34D15-0BBF-4F90-9839-685DC8836834}">
      <dgm:prSet/>
      <dgm:spPr/>
      <dgm:t>
        <a:bodyPr/>
        <a:lstStyle/>
        <a:p>
          <a:endParaRPr lang="en-SG"/>
        </a:p>
      </dgm:t>
    </dgm:pt>
    <dgm:pt modelId="{FAE9EB4F-A28C-4612-BBED-7AB9C8B36431}">
      <dgm:prSet phldrT="[Text]"/>
      <dgm:spPr/>
      <dgm:t>
        <a:bodyPr/>
        <a:lstStyle/>
        <a:p>
          <a:r>
            <a:rPr lang="en-SG" dirty="0"/>
            <a:t>Float</a:t>
          </a:r>
        </a:p>
      </dgm:t>
    </dgm:pt>
    <dgm:pt modelId="{38A592DC-077F-4086-A241-85716175E171}" type="parTrans" cxnId="{D48ACC17-143A-4C6B-A016-FDC76F691E46}">
      <dgm:prSet/>
      <dgm:spPr/>
      <dgm:t>
        <a:bodyPr/>
        <a:lstStyle/>
        <a:p>
          <a:endParaRPr lang="en-SG"/>
        </a:p>
      </dgm:t>
    </dgm:pt>
    <dgm:pt modelId="{AF4E1DB7-E061-4528-A270-24B281AF74F4}" type="sibTrans" cxnId="{D48ACC17-143A-4C6B-A016-FDC76F691E46}">
      <dgm:prSet/>
      <dgm:spPr/>
      <dgm:t>
        <a:bodyPr/>
        <a:lstStyle/>
        <a:p>
          <a:endParaRPr lang="en-SG"/>
        </a:p>
      </dgm:t>
    </dgm:pt>
    <dgm:pt modelId="{16FB11DB-095D-4FDE-8E16-EA602A353EA8}">
      <dgm:prSet phldrT="[Text]"/>
      <dgm:spPr/>
      <dgm:t>
        <a:bodyPr/>
        <a:lstStyle/>
        <a:p>
          <a:r>
            <a:rPr lang="en-SG" dirty="0"/>
            <a:t>Complex</a:t>
          </a:r>
        </a:p>
      </dgm:t>
    </dgm:pt>
    <dgm:pt modelId="{AD0BC485-B773-46B1-865E-53A3BD0A2E28}" type="parTrans" cxnId="{F5D3C545-758D-4409-A95D-C4ED6CD17B39}">
      <dgm:prSet/>
      <dgm:spPr/>
      <dgm:t>
        <a:bodyPr/>
        <a:lstStyle/>
        <a:p>
          <a:endParaRPr lang="en-SG"/>
        </a:p>
      </dgm:t>
    </dgm:pt>
    <dgm:pt modelId="{3D7E2D71-3D9E-4BD7-B413-AB62654A5788}" type="sibTrans" cxnId="{F5D3C545-758D-4409-A95D-C4ED6CD17B39}">
      <dgm:prSet/>
      <dgm:spPr/>
      <dgm:t>
        <a:bodyPr/>
        <a:lstStyle/>
        <a:p>
          <a:endParaRPr lang="en-SG"/>
        </a:p>
      </dgm:t>
    </dgm:pt>
    <dgm:pt modelId="{3BDBB3B4-CB0E-4802-9756-FB947D10C5EE}">
      <dgm:prSet phldrT="[Text]"/>
      <dgm:spPr/>
      <dgm:t>
        <a:bodyPr/>
        <a:lstStyle/>
        <a:p>
          <a:r>
            <a:rPr lang="en-SG" dirty="0"/>
            <a:t>Sequence</a:t>
          </a:r>
        </a:p>
      </dgm:t>
    </dgm:pt>
    <dgm:pt modelId="{E7AEA952-F9B1-49FE-BF09-C78916C6F20F}" type="parTrans" cxnId="{500A0302-EAAA-43C2-ACF4-CAB6495BE4DD}">
      <dgm:prSet/>
      <dgm:spPr/>
      <dgm:t>
        <a:bodyPr/>
        <a:lstStyle/>
        <a:p>
          <a:endParaRPr lang="en-SG"/>
        </a:p>
      </dgm:t>
    </dgm:pt>
    <dgm:pt modelId="{AB1AB0BC-D843-4DAD-89F3-4B21C9D1D03B}" type="sibTrans" cxnId="{500A0302-EAAA-43C2-ACF4-CAB6495BE4DD}">
      <dgm:prSet/>
      <dgm:spPr/>
      <dgm:t>
        <a:bodyPr/>
        <a:lstStyle/>
        <a:p>
          <a:endParaRPr lang="en-SG"/>
        </a:p>
      </dgm:t>
    </dgm:pt>
    <dgm:pt modelId="{6F535224-D3D9-4A69-9662-5BC431995028}">
      <dgm:prSet phldrT="[Text]"/>
      <dgm:spPr/>
      <dgm:t>
        <a:bodyPr/>
        <a:lstStyle/>
        <a:p>
          <a:r>
            <a:rPr lang="en-SG" dirty="0"/>
            <a:t>Tuple</a:t>
          </a:r>
        </a:p>
      </dgm:t>
    </dgm:pt>
    <dgm:pt modelId="{8C20FCF9-C35E-4BCC-92D3-C180B033B8A8}" type="parTrans" cxnId="{A55F2744-AEA5-4E69-9543-6105CAA6A1F2}">
      <dgm:prSet/>
      <dgm:spPr/>
      <dgm:t>
        <a:bodyPr/>
        <a:lstStyle/>
        <a:p>
          <a:endParaRPr lang="en-SG"/>
        </a:p>
      </dgm:t>
    </dgm:pt>
    <dgm:pt modelId="{BC2CC656-1F3E-489B-A59C-CC2362267859}" type="sibTrans" cxnId="{A55F2744-AEA5-4E69-9543-6105CAA6A1F2}">
      <dgm:prSet/>
      <dgm:spPr/>
      <dgm:t>
        <a:bodyPr/>
        <a:lstStyle/>
        <a:p>
          <a:endParaRPr lang="en-SG"/>
        </a:p>
      </dgm:t>
    </dgm:pt>
    <dgm:pt modelId="{A6D648A0-0D5F-4A13-8381-87142740CE09}">
      <dgm:prSet phldrT="[Text]"/>
      <dgm:spPr/>
      <dgm:t>
        <a:bodyPr/>
        <a:lstStyle/>
        <a:p>
          <a:r>
            <a:rPr lang="en-SG" dirty="0"/>
            <a:t>Set</a:t>
          </a:r>
        </a:p>
      </dgm:t>
    </dgm:pt>
    <dgm:pt modelId="{243F5917-9542-4187-8092-A8012E99E3E1}" type="parTrans" cxnId="{3DA3B608-47A7-43B7-B2F5-84B956233B2F}">
      <dgm:prSet/>
      <dgm:spPr/>
      <dgm:t>
        <a:bodyPr/>
        <a:lstStyle/>
        <a:p>
          <a:endParaRPr lang="en-SG"/>
        </a:p>
      </dgm:t>
    </dgm:pt>
    <dgm:pt modelId="{59E28778-3C97-45CA-AB19-A0CA78C6CF22}" type="sibTrans" cxnId="{3DA3B608-47A7-43B7-B2F5-84B956233B2F}">
      <dgm:prSet/>
      <dgm:spPr/>
      <dgm:t>
        <a:bodyPr/>
        <a:lstStyle/>
        <a:p>
          <a:endParaRPr lang="en-SG"/>
        </a:p>
      </dgm:t>
    </dgm:pt>
    <dgm:pt modelId="{A3B4C594-242F-4EA2-A9CF-A0C0E20808AD}">
      <dgm:prSet phldrT="[Text]"/>
      <dgm:spPr/>
      <dgm:t>
        <a:bodyPr/>
        <a:lstStyle/>
        <a:p>
          <a:r>
            <a:rPr lang="en-SG" dirty="0"/>
            <a:t>List</a:t>
          </a:r>
        </a:p>
      </dgm:t>
    </dgm:pt>
    <dgm:pt modelId="{4A4BEA54-243B-4E6F-941B-BB92F0841443}" type="parTrans" cxnId="{F0E0522B-DBF0-419D-819A-54EA6B49CDA5}">
      <dgm:prSet/>
      <dgm:spPr/>
      <dgm:t>
        <a:bodyPr/>
        <a:lstStyle/>
        <a:p>
          <a:endParaRPr lang="en-SG"/>
        </a:p>
      </dgm:t>
    </dgm:pt>
    <dgm:pt modelId="{9AFE3012-C268-46ED-8568-EF0B0407CCBC}" type="sibTrans" cxnId="{F0E0522B-DBF0-419D-819A-54EA6B49CDA5}">
      <dgm:prSet/>
      <dgm:spPr/>
      <dgm:t>
        <a:bodyPr/>
        <a:lstStyle/>
        <a:p>
          <a:endParaRPr lang="en-SG"/>
        </a:p>
      </dgm:t>
    </dgm:pt>
    <dgm:pt modelId="{5B56B8EB-7D97-48A8-9146-D6B970DC821C}">
      <dgm:prSet phldrT="[Text]"/>
      <dgm:spPr/>
      <dgm:t>
        <a:bodyPr/>
        <a:lstStyle/>
        <a:p>
          <a:r>
            <a:rPr lang="en-SG" dirty="0"/>
            <a:t>Range</a:t>
          </a:r>
        </a:p>
      </dgm:t>
    </dgm:pt>
    <dgm:pt modelId="{6CD7E528-34D9-468A-86B5-FE495530FCA9}" type="parTrans" cxnId="{C781EAC3-B738-4F4C-85EC-6F85F2E7F5BB}">
      <dgm:prSet/>
      <dgm:spPr/>
      <dgm:t>
        <a:bodyPr/>
        <a:lstStyle/>
        <a:p>
          <a:endParaRPr lang="en-SG"/>
        </a:p>
      </dgm:t>
    </dgm:pt>
    <dgm:pt modelId="{17DAEB7D-1EB4-41E7-8F26-30B46029D92A}" type="sibTrans" cxnId="{C781EAC3-B738-4F4C-85EC-6F85F2E7F5BB}">
      <dgm:prSet/>
      <dgm:spPr/>
      <dgm:t>
        <a:bodyPr/>
        <a:lstStyle/>
        <a:p>
          <a:endParaRPr lang="en-SG"/>
        </a:p>
      </dgm:t>
    </dgm:pt>
    <dgm:pt modelId="{6BD3A4BA-7189-4B46-BDDA-889DE8D4835F}">
      <dgm:prSet phldrT="[Text]"/>
      <dgm:spPr/>
      <dgm:t>
        <a:bodyPr/>
        <a:lstStyle/>
        <a:p>
          <a:r>
            <a:rPr lang="en-SG" dirty="0"/>
            <a:t>Dictionary</a:t>
          </a:r>
        </a:p>
      </dgm:t>
    </dgm:pt>
    <dgm:pt modelId="{0E2A263A-0E15-403E-B8E4-655837214830}" type="parTrans" cxnId="{2CE9FA0B-4C02-46A1-98DC-C15B93AFF99C}">
      <dgm:prSet/>
      <dgm:spPr/>
      <dgm:t>
        <a:bodyPr/>
        <a:lstStyle/>
        <a:p>
          <a:endParaRPr lang="en-SG"/>
        </a:p>
      </dgm:t>
    </dgm:pt>
    <dgm:pt modelId="{64117D00-0F96-49F4-B15F-45CC864E4AB3}" type="sibTrans" cxnId="{2CE9FA0B-4C02-46A1-98DC-C15B93AFF99C}">
      <dgm:prSet/>
      <dgm:spPr/>
      <dgm:t>
        <a:bodyPr/>
        <a:lstStyle/>
        <a:p>
          <a:endParaRPr lang="en-SG"/>
        </a:p>
      </dgm:t>
    </dgm:pt>
    <dgm:pt modelId="{E87E5CE5-CEF4-47FC-8193-A80BE894164E}">
      <dgm:prSet phldrT="[Text]"/>
      <dgm:spPr/>
      <dgm:t>
        <a:bodyPr/>
        <a:lstStyle/>
        <a:p>
          <a:r>
            <a:rPr lang="en-SG" dirty="0"/>
            <a:t>None</a:t>
          </a:r>
        </a:p>
      </dgm:t>
    </dgm:pt>
    <dgm:pt modelId="{A943A1AE-2409-46D3-AC31-8A936D147DA3}" type="parTrans" cxnId="{7DA47D6A-B7F1-4E97-A34B-501ADB0701D1}">
      <dgm:prSet/>
      <dgm:spPr/>
      <dgm:t>
        <a:bodyPr/>
        <a:lstStyle/>
        <a:p>
          <a:endParaRPr lang="en-SG"/>
        </a:p>
      </dgm:t>
    </dgm:pt>
    <dgm:pt modelId="{76C016B4-3A2F-4F9A-B14A-864ABFD50D9D}" type="sibTrans" cxnId="{7DA47D6A-B7F1-4E97-A34B-501ADB0701D1}">
      <dgm:prSet/>
      <dgm:spPr/>
      <dgm:t>
        <a:bodyPr/>
        <a:lstStyle/>
        <a:p>
          <a:endParaRPr lang="en-SG"/>
        </a:p>
      </dgm:t>
    </dgm:pt>
    <dgm:pt modelId="{FCB20F82-0FFB-4691-ABF4-27FF8C668BD3}" type="pres">
      <dgm:prSet presAssocID="{A731B4EA-A60D-46D1-AE85-E1410A8E3F22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5C0E362-3C1B-414A-B1EA-FDA9D2066579}" type="pres">
      <dgm:prSet presAssocID="{A731B4EA-A60D-46D1-AE85-E1410A8E3F22}" presName="hierFlow" presStyleCnt="0"/>
      <dgm:spPr/>
    </dgm:pt>
    <dgm:pt modelId="{B7D16134-22E1-4F0A-84B2-67C2D8BB9835}" type="pres">
      <dgm:prSet presAssocID="{A731B4EA-A60D-46D1-AE85-E1410A8E3F22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509867B1-44D1-464F-87BF-51071141C3DE}" type="pres">
      <dgm:prSet presAssocID="{02C24304-BB24-4CF0-8733-96B2AE5D7D2F}" presName="Name17" presStyleCnt="0"/>
      <dgm:spPr/>
    </dgm:pt>
    <dgm:pt modelId="{DD1152B0-D27B-4D3C-9181-61AE86F5527A}" type="pres">
      <dgm:prSet presAssocID="{02C24304-BB24-4CF0-8733-96B2AE5D7D2F}" presName="level1Shape" presStyleLbl="node0" presStyleIdx="0" presStyleCnt="1">
        <dgm:presLayoutVars>
          <dgm:chPref val="3"/>
        </dgm:presLayoutVars>
      </dgm:prSet>
      <dgm:spPr/>
    </dgm:pt>
    <dgm:pt modelId="{5667D220-4E22-478B-9B3E-A53EFD68235B}" type="pres">
      <dgm:prSet presAssocID="{02C24304-BB24-4CF0-8733-96B2AE5D7D2F}" presName="hierChild2" presStyleCnt="0"/>
      <dgm:spPr/>
    </dgm:pt>
    <dgm:pt modelId="{A7641651-B597-45AB-8329-571244F67740}" type="pres">
      <dgm:prSet presAssocID="{DCD8E7EB-3B32-49BC-BC10-DE2FF86DF46C}" presName="Name25" presStyleLbl="parChTrans1D2" presStyleIdx="0" presStyleCnt="7"/>
      <dgm:spPr/>
    </dgm:pt>
    <dgm:pt modelId="{698593ED-8A40-45FB-BBBF-DBE5EEC2BD72}" type="pres">
      <dgm:prSet presAssocID="{DCD8E7EB-3B32-49BC-BC10-DE2FF86DF46C}" presName="connTx" presStyleLbl="parChTrans1D2" presStyleIdx="0" presStyleCnt="7"/>
      <dgm:spPr/>
    </dgm:pt>
    <dgm:pt modelId="{6995E659-D5A5-4C1D-B2A0-EF49FB78BD03}" type="pres">
      <dgm:prSet presAssocID="{00D3A6FA-B98E-4DF2-AD2A-357AD3E7BC84}" presName="Name30" presStyleCnt="0"/>
      <dgm:spPr/>
    </dgm:pt>
    <dgm:pt modelId="{49D4848C-DE9F-4BC1-A27E-93CD42A9C890}" type="pres">
      <dgm:prSet presAssocID="{00D3A6FA-B98E-4DF2-AD2A-357AD3E7BC84}" presName="level2Shape" presStyleLbl="node2" presStyleIdx="0" presStyleCnt="7"/>
      <dgm:spPr/>
    </dgm:pt>
    <dgm:pt modelId="{5C883B90-02CE-4E9E-82EA-54B28FC81438}" type="pres">
      <dgm:prSet presAssocID="{00D3A6FA-B98E-4DF2-AD2A-357AD3E7BC84}" presName="hierChild3" presStyleCnt="0"/>
      <dgm:spPr/>
    </dgm:pt>
    <dgm:pt modelId="{0722D817-1B41-44BC-8149-EE4819149001}" type="pres">
      <dgm:prSet presAssocID="{94F9C343-9410-4648-ABB4-AD57287EFE31}" presName="Name25" presStyleLbl="parChTrans1D3" presStyleIdx="0" presStyleCnt="6"/>
      <dgm:spPr/>
    </dgm:pt>
    <dgm:pt modelId="{9D3D6A4F-6503-4FF8-9B0B-5D5165EEE11B}" type="pres">
      <dgm:prSet presAssocID="{94F9C343-9410-4648-ABB4-AD57287EFE31}" presName="connTx" presStyleLbl="parChTrans1D3" presStyleIdx="0" presStyleCnt="6"/>
      <dgm:spPr/>
    </dgm:pt>
    <dgm:pt modelId="{460F3E14-0815-4C7B-AAC8-CB10D3C02D6A}" type="pres">
      <dgm:prSet presAssocID="{E45E31FA-9777-4336-B9D4-A1BA29E61215}" presName="Name30" presStyleCnt="0"/>
      <dgm:spPr/>
    </dgm:pt>
    <dgm:pt modelId="{BF216185-88A5-4A56-8A62-1CEF8D379139}" type="pres">
      <dgm:prSet presAssocID="{E45E31FA-9777-4336-B9D4-A1BA29E61215}" presName="level2Shape" presStyleLbl="node3" presStyleIdx="0" presStyleCnt="6"/>
      <dgm:spPr/>
    </dgm:pt>
    <dgm:pt modelId="{B3389B3E-1785-4BF9-B8F1-4C25EB7B7E6F}" type="pres">
      <dgm:prSet presAssocID="{E45E31FA-9777-4336-B9D4-A1BA29E61215}" presName="hierChild3" presStyleCnt="0"/>
      <dgm:spPr/>
    </dgm:pt>
    <dgm:pt modelId="{823064C7-3650-4345-ADAA-996BD0023888}" type="pres">
      <dgm:prSet presAssocID="{38A592DC-077F-4086-A241-85716175E171}" presName="Name25" presStyleLbl="parChTrans1D3" presStyleIdx="1" presStyleCnt="6"/>
      <dgm:spPr/>
    </dgm:pt>
    <dgm:pt modelId="{6D235D40-7CC7-4A71-ABE6-8F3B09854ABB}" type="pres">
      <dgm:prSet presAssocID="{38A592DC-077F-4086-A241-85716175E171}" presName="connTx" presStyleLbl="parChTrans1D3" presStyleIdx="1" presStyleCnt="6"/>
      <dgm:spPr/>
    </dgm:pt>
    <dgm:pt modelId="{2E64287D-0501-410F-A47C-7312757B4F0F}" type="pres">
      <dgm:prSet presAssocID="{FAE9EB4F-A28C-4612-BBED-7AB9C8B36431}" presName="Name30" presStyleCnt="0"/>
      <dgm:spPr/>
    </dgm:pt>
    <dgm:pt modelId="{7A498288-FE6E-4D83-9253-C779831F5414}" type="pres">
      <dgm:prSet presAssocID="{FAE9EB4F-A28C-4612-BBED-7AB9C8B36431}" presName="level2Shape" presStyleLbl="node3" presStyleIdx="1" presStyleCnt="6"/>
      <dgm:spPr/>
    </dgm:pt>
    <dgm:pt modelId="{111C8191-97D6-41E6-9B7C-BD6843DAABDB}" type="pres">
      <dgm:prSet presAssocID="{FAE9EB4F-A28C-4612-BBED-7AB9C8B36431}" presName="hierChild3" presStyleCnt="0"/>
      <dgm:spPr/>
    </dgm:pt>
    <dgm:pt modelId="{59E4FC98-572A-4B11-903E-1A99D65FE665}" type="pres">
      <dgm:prSet presAssocID="{AD0BC485-B773-46B1-865E-53A3BD0A2E28}" presName="Name25" presStyleLbl="parChTrans1D3" presStyleIdx="2" presStyleCnt="6"/>
      <dgm:spPr/>
    </dgm:pt>
    <dgm:pt modelId="{C7E89DD0-4822-4CF4-887C-6B4532935435}" type="pres">
      <dgm:prSet presAssocID="{AD0BC485-B773-46B1-865E-53A3BD0A2E28}" presName="connTx" presStyleLbl="parChTrans1D3" presStyleIdx="2" presStyleCnt="6"/>
      <dgm:spPr/>
    </dgm:pt>
    <dgm:pt modelId="{E7105FF2-18FE-4F18-BB84-12B43E54CBEA}" type="pres">
      <dgm:prSet presAssocID="{16FB11DB-095D-4FDE-8E16-EA602A353EA8}" presName="Name30" presStyleCnt="0"/>
      <dgm:spPr/>
    </dgm:pt>
    <dgm:pt modelId="{FED6F3E8-E997-40AF-BE70-109C26B19D1B}" type="pres">
      <dgm:prSet presAssocID="{16FB11DB-095D-4FDE-8E16-EA602A353EA8}" presName="level2Shape" presStyleLbl="node3" presStyleIdx="2" presStyleCnt="6"/>
      <dgm:spPr/>
    </dgm:pt>
    <dgm:pt modelId="{501E4711-31EF-48A9-A4B7-883E57906884}" type="pres">
      <dgm:prSet presAssocID="{16FB11DB-095D-4FDE-8E16-EA602A353EA8}" presName="hierChild3" presStyleCnt="0"/>
      <dgm:spPr/>
    </dgm:pt>
    <dgm:pt modelId="{35B78A8D-3708-4375-B39D-61DABCBE2ECF}" type="pres">
      <dgm:prSet presAssocID="{92F47E74-CCC5-4440-B8DF-31AD60037A9E}" presName="Name25" presStyleLbl="parChTrans1D2" presStyleIdx="1" presStyleCnt="7"/>
      <dgm:spPr/>
    </dgm:pt>
    <dgm:pt modelId="{29A0B3E0-64E0-4FC3-9337-EAE077F6AC36}" type="pres">
      <dgm:prSet presAssocID="{92F47E74-CCC5-4440-B8DF-31AD60037A9E}" presName="connTx" presStyleLbl="parChTrans1D2" presStyleIdx="1" presStyleCnt="7"/>
      <dgm:spPr/>
    </dgm:pt>
    <dgm:pt modelId="{9D677AE1-8A11-4B4F-905B-AC38D2CDB107}" type="pres">
      <dgm:prSet presAssocID="{2965E603-1CB8-4E35-9360-256A18D0C3D1}" presName="Name30" presStyleCnt="0"/>
      <dgm:spPr/>
    </dgm:pt>
    <dgm:pt modelId="{6FA173AF-68E3-43D3-A7FF-51C68FCC384A}" type="pres">
      <dgm:prSet presAssocID="{2965E603-1CB8-4E35-9360-256A18D0C3D1}" presName="level2Shape" presStyleLbl="node2" presStyleIdx="1" presStyleCnt="7"/>
      <dgm:spPr/>
    </dgm:pt>
    <dgm:pt modelId="{C0078D45-E262-4ECB-9CCF-F4BA5292F469}" type="pres">
      <dgm:prSet presAssocID="{2965E603-1CB8-4E35-9360-256A18D0C3D1}" presName="hierChild3" presStyleCnt="0"/>
      <dgm:spPr/>
    </dgm:pt>
    <dgm:pt modelId="{DC1D347C-E675-41C8-9A5B-E164EEB8A4C4}" type="pres">
      <dgm:prSet presAssocID="{8805CEB2-1948-4987-B6BB-F045F9B58A9A}" presName="Name25" presStyleLbl="parChTrans1D2" presStyleIdx="2" presStyleCnt="7"/>
      <dgm:spPr/>
    </dgm:pt>
    <dgm:pt modelId="{1C4B4A28-2CE4-4DE1-BB36-A2731F1F5F95}" type="pres">
      <dgm:prSet presAssocID="{8805CEB2-1948-4987-B6BB-F045F9B58A9A}" presName="connTx" presStyleLbl="parChTrans1D2" presStyleIdx="2" presStyleCnt="7"/>
      <dgm:spPr/>
    </dgm:pt>
    <dgm:pt modelId="{57513CCF-38DF-4CEA-BA3D-9A51F8916EA7}" type="pres">
      <dgm:prSet presAssocID="{E78FBB80-C7A4-4496-B5F7-EF86963F9A72}" presName="Name30" presStyleCnt="0"/>
      <dgm:spPr/>
    </dgm:pt>
    <dgm:pt modelId="{41EBD45A-1EC4-4D18-9BC5-6B5F54CCE04B}" type="pres">
      <dgm:prSet presAssocID="{E78FBB80-C7A4-4496-B5F7-EF86963F9A72}" presName="level2Shape" presStyleLbl="node2" presStyleIdx="2" presStyleCnt="7"/>
      <dgm:spPr/>
    </dgm:pt>
    <dgm:pt modelId="{8B1BCC5C-0A30-4909-9F56-7B4D4174FD1E}" type="pres">
      <dgm:prSet presAssocID="{E78FBB80-C7A4-4496-B5F7-EF86963F9A72}" presName="hierChild3" presStyleCnt="0"/>
      <dgm:spPr/>
    </dgm:pt>
    <dgm:pt modelId="{B9B55CF9-392C-4093-B21D-CF54133AA8F2}" type="pres">
      <dgm:prSet presAssocID="{E7AEA952-F9B1-49FE-BF09-C78916C6F20F}" presName="Name25" presStyleLbl="parChTrans1D2" presStyleIdx="3" presStyleCnt="7"/>
      <dgm:spPr/>
    </dgm:pt>
    <dgm:pt modelId="{A00A937C-4047-4FD5-8FEB-11DB055D2C2B}" type="pres">
      <dgm:prSet presAssocID="{E7AEA952-F9B1-49FE-BF09-C78916C6F20F}" presName="connTx" presStyleLbl="parChTrans1D2" presStyleIdx="3" presStyleCnt="7"/>
      <dgm:spPr/>
    </dgm:pt>
    <dgm:pt modelId="{7101E39D-6285-4BF0-9131-C4CCBFD3EFF2}" type="pres">
      <dgm:prSet presAssocID="{3BDBB3B4-CB0E-4802-9756-FB947D10C5EE}" presName="Name30" presStyleCnt="0"/>
      <dgm:spPr/>
    </dgm:pt>
    <dgm:pt modelId="{DCE6ED7A-77EF-474E-88AE-8815D6DF4E1A}" type="pres">
      <dgm:prSet presAssocID="{3BDBB3B4-CB0E-4802-9756-FB947D10C5EE}" presName="level2Shape" presStyleLbl="node2" presStyleIdx="3" presStyleCnt="7"/>
      <dgm:spPr/>
    </dgm:pt>
    <dgm:pt modelId="{98759984-8306-47DC-9457-D0D7ACA70DCE}" type="pres">
      <dgm:prSet presAssocID="{3BDBB3B4-CB0E-4802-9756-FB947D10C5EE}" presName="hierChild3" presStyleCnt="0"/>
      <dgm:spPr/>
    </dgm:pt>
    <dgm:pt modelId="{FAAB7126-864B-4041-B1B4-495A96C07714}" type="pres">
      <dgm:prSet presAssocID="{4A4BEA54-243B-4E6F-941B-BB92F0841443}" presName="Name25" presStyleLbl="parChTrans1D3" presStyleIdx="3" presStyleCnt="6"/>
      <dgm:spPr/>
    </dgm:pt>
    <dgm:pt modelId="{33D4CFDE-E058-4304-84F0-264B4A1F6BEC}" type="pres">
      <dgm:prSet presAssocID="{4A4BEA54-243B-4E6F-941B-BB92F0841443}" presName="connTx" presStyleLbl="parChTrans1D3" presStyleIdx="3" presStyleCnt="6"/>
      <dgm:spPr/>
    </dgm:pt>
    <dgm:pt modelId="{EE04C0AB-22E6-4F90-B74B-C3C4D409FB37}" type="pres">
      <dgm:prSet presAssocID="{A3B4C594-242F-4EA2-A9CF-A0C0E20808AD}" presName="Name30" presStyleCnt="0"/>
      <dgm:spPr/>
    </dgm:pt>
    <dgm:pt modelId="{7B55D011-B6A9-47D2-AB8F-AFB7B1BC556B}" type="pres">
      <dgm:prSet presAssocID="{A3B4C594-242F-4EA2-A9CF-A0C0E20808AD}" presName="level2Shape" presStyleLbl="node3" presStyleIdx="3" presStyleCnt="6"/>
      <dgm:spPr/>
    </dgm:pt>
    <dgm:pt modelId="{668AA680-92C4-400B-BD93-42A9C1E2EB09}" type="pres">
      <dgm:prSet presAssocID="{A3B4C594-242F-4EA2-A9CF-A0C0E20808AD}" presName="hierChild3" presStyleCnt="0"/>
      <dgm:spPr/>
    </dgm:pt>
    <dgm:pt modelId="{425CF3F5-9D52-4234-B742-595AED5266F9}" type="pres">
      <dgm:prSet presAssocID="{8C20FCF9-C35E-4BCC-92D3-C180B033B8A8}" presName="Name25" presStyleLbl="parChTrans1D3" presStyleIdx="4" presStyleCnt="6"/>
      <dgm:spPr/>
    </dgm:pt>
    <dgm:pt modelId="{59DF34EE-B472-4B03-8CD1-1C17F3E33D17}" type="pres">
      <dgm:prSet presAssocID="{8C20FCF9-C35E-4BCC-92D3-C180B033B8A8}" presName="connTx" presStyleLbl="parChTrans1D3" presStyleIdx="4" presStyleCnt="6"/>
      <dgm:spPr/>
    </dgm:pt>
    <dgm:pt modelId="{B4F35FC4-0494-446F-B78F-A92337368416}" type="pres">
      <dgm:prSet presAssocID="{6F535224-D3D9-4A69-9662-5BC431995028}" presName="Name30" presStyleCnt="0"/>
      <dgm:spPr/>
    </dgm:pt>
    <dgm:pt modelId="{D9B1B994-76EC-4E2B-80E6-E25A4D3D10A4}" type="pres">
      <dgm:prSet presAssocID="{6F535224-D3D9-4A69-9662-5BC431995028}" presName="level2Shape" presStyleLbl="node3" presStyleIdx="4" presStyleCnt="6"/>
      <dgm:spPr/>
    </dgm:pt>
    <dgm:pt modelId="{6EC854C7-F6FE-4E69-AD05-30EFA43787FD}" type="pres">
      <dgm:prSet presAssocID="{6F535224-D3D9-4A69-9662-5BC431995028}" presName="hierChild3" presStyleCnt="0"/>
      <dgm:spPr/>
    </dgm:pt>
    <dgm:pt modelId="{DDFA9D80-039C-4938-A46E-82073E183F6F}" type="pres">
      <dgm:prSet presAssocID="{6CD7E528-34D9-468A-86B5-FE495530FCA9}" presName="Name25" presStyleLbl="parChTrans1D3" presStyleIdx="5" presStyleCnt="6"/>
      <dgm:spPr/>
    </dgm:pt>
    <dgm:pt modelId="{25444B42-72BD-4911-A539-4A71509F5E39}" type="pres">
      <dgm:prSet presAssocID="{6CD7E528-34D9-468A-86B5-FE495530FCA9}" presName="connTx" presStyleLbl="parChTrans1D3" presStyleIdx="5" presStyleCnt="6"/>
      <dgm:spPr/>
    </dgm:pt>
    <dgm:pt modelId="{B6293F06-5088-4F3C-A121-BFE8079FF436}" type="pres">
      <dgm:prSet presAssocID="{5B56B8EB-7D97-48A8-9146-D6B970DC821C}" presName="Name30" presStyleCnt="0"/>
      <dgm:spPr/>
    </dgm:pt>
    <dgm:pt modelId="{81805A9C-5B7C-4F77-ACE4-BD502F7E945C}" type="pres">
      <dgm:prSet presAssocID="{5B56B8EB-7D97-48A8-9146-D6B970DC821C}" presName="level2Shape" presStyleLbl="node3" presStyleIdx="5" presStyleCnt="6"/>
      <dgm:spPr/>
    </dgm:pt>
    <dgm:pt modelId="{A6B1768F-E112-436A-919F-28AF1F31D2D5}" type="pres">
      <dgm:prSet presAssocID="{5B56B8EB-7D97-48A8-9146-D6B970DC821C}" presName="hierChild3" presStyleCnt="0"/>
      <dgm:spPr/>
    </dgm:pt>
    <dgm:pt modelId="{2006E285-DCA4-411B-8F07-8642A5B17EA0}" type="pres">
      <dgm:prSet presAssocID="{243F5917-9542-4187-8092-A8012E99E3E1}" presName="Name25" presStyleLbl="parChTrans1D2" presStyleIdx="4" presStyleCnt="7"/>
      <dgm:spPr/>
    </dgm:pt>
    <dgm:pt modelId="{CC9D7885-6D12-4F84-B34C-A25B12893787}" type="pres">
      <dgm:prSet presAssocID="{243F5917-9542-4187-8092-A8012E99E3E1}" presName="connTx" presStyleLbl="parChTrans1D2" presStyleIdx="4" presStyleCnt="7"/>
      <dgm:spPr/>
    </dgm:pt>
    <dgm:pt modelId="{30D51F58-BE95-4E6A-A3B7-0096C1E16CAB}" type="pres">
      <dgm:prSet presAssocID="{A6D648A0-0D5F-4A13-8381-87142740CE09}" presName="Name30" presStyleCnt="0"/>
      <dgm:spPr/>
    </dgm:pt>
    <dgm:pt modelId="{CAEC1067-5E38-4F32-B5B1-900D5A85DCB5}" type="pres">
      <dgm:prSet presAssocID="{A6D648A0-0D5F-4A13-8381-87142740CE09}" presName="level2Shape" presStyleLbl="node2" presStyleIdx="4" presStyleCnt="7"/>
      <dgm:spPr/>
    </dgm:pt>
    <dgm:pt modelId="{8F327583-3ED9-48D3-8170-45CB18CE2311}" type="pres">
      <dgm:prSet presAssocID="{A6D648A0-0D5F-4A13-8381-87142740CE09}" presName="hierChild3" presStyleCnt="0"/>
      <dgm:spPr/>
    </dgm:pt>
    <dgm:pt modelId="{2C91DFEC-364B-4D7A-8376-B1BFBA3D0B4A}" type="pres">
      <dgm:prSet presAssocID="{0E2A263A-0E15-403E-B8E4-655837214830}" presName="Name25" presStyleLbl="parChTrans1D2" presStyleIdx="5" presStyleCnt="7"/>
      <dgm:spPr/>
    </dgm:pt>
    <dgm:pt modelId="{E7F371ED-3458-4F3C-A3B9-CE5F6EB110FB}" type="pres">
      <dgm:prSet presAssocID="{0E2A263A-0E15-403E-B8E4-655837214830}" presName="connTx" presStyleLbl="parChTrans1D2" presStyleIdx="5" presStyleCnt="7"/>
      <dgm:spPr/>
    </dgm:pt>
    <dgm:pt modelId="{F721ACB0-E60F-4EF0-8FFC-0F98CC310019}" type="pres">
      <dgm:prSet presAssocID="{6BD3A4BA-7189-4B46-BDDA-889DE8D4835F}" presName="Name30" presStyleCnt="0"/>
      <dgm:spPr/>
    </dgm:pt>
    <dgm:pt modelId="{03A07839-3EBE-46D0-95B5-43409F2B05D4}" type="pres">
      <dgm:prSet presAssocID="{6BD3A4BA-7189-4B46-BDDA-889DE8D4835F}" presName="level2Shape" presStyleLbl="node2" presStyleIdx="5" presStyleCnt="7"/>
      <dgm:spPr/>
    </dgm:pt>
    <dgm:pt modelId="{A46AF860-3E1B-49DA-B1AD-C2A7834189F8}" type="pres">
      <dgm:prSet presAssocID="{6BD3A4BA-7189-4B46-BDDA-889DE8D4835F}" presName="hierChild3" presStyleCnt="0"/>
      <dgm:spPr/>
    </dgm:pt>
    <dgm:pt modelId="{18DA04DD-7355-4753-BDEB-ACFEC5E52652}" type="pres">
      <dgm:prSet presAssocID="{A943A1AE-2409-46D3-AC31-8A936D147DA3}" presName="Name25" presStyleLbl="parChTrans1D2" presStyleIdx="6" presStyleCnt="7"/>
      <dgm:spPr/>
    </dgm:pt>
    <dgm:pt modelId="{C46BF15F-ADB5-40F7-AB28-262B71B2044F}" type="pres">
      <dgm:prSet presAssocID="{A943A1AE-2409-46D3-AC31-8A936D147DA3}" presName="connTx" presStyleLbl="parChTrans1D2" presStyleIdx="6" presStyleCnt="7"/>
      <dgm:spPr/>
    </dgm:pt>
    <dgm:pt modelId="{E0B5626D-ADA4-40C4-BDA0-7882C8DADE88}" type="pres">
      <dgm:prSet presAssocID="{E87E5CE5-CEF4-47FC-8193-A80BE894164E}" presName="Name30" presStyleCnt="0"/>
      <dgm:spPr/>
    </dgm:pt>
    <dgm:pt modelId="{74C02F85-8C73-4FA2-BB47-00D34584B64B}" type="pres">
      <dgm:prSet presAssocID="{E87E5CE5-CEF4-47FC-8193-A80BE894164E}" presName="level2Shape" presStyleLbl="node2" presStyleIdx="6" presStyleCnt="7"/>
      <dgm:spPr/>
    </dgm:pt>
    <dgm:pt modelId="{EE6A0B8B-2E7B-41C6-B5D9-95BD0BC26086}" type="pres">
      <dgm:prSet presAssocID="{E87E5CE5-CEF4-47FC-8193-A80BE894164E}" presName="hierChild3" presStyleCnt="0"/>
      <dgm:spPr/>
    </dgm:pt>
    <dgm:pt modelId="{92A14123-27FB-4629-B033-ED7E06AB94A9}" type="pres">
      <dgm:prSet presAssocID="{A731B4EA-A60D-46D1-AE85-E1410A8E3F22}" presName="bgShapesFlow" presStyleCnt="0"/>
      <dgm:spPr/>
    </dgm:pt>
  </dgm:ptLst>
  <dgm:cxnLst>
    <dgm:cxn modelId="{500A0302-EAAA-43C2-ACF4-CAB6495BE4DD}" srcId="{02C24304-BB24-4CF0-8733-96B2AE5D7D2F}" destId="{3BDBB3B4-CB0E-4802-9756-FB947D10C5EE}" srcOrd="3" destOrd="0" parTransId="{E7AEA952-F9B1-49FE-BF09-C78916C6F20F}" sibTransId="{AB1AB0BC-D843-4DAD-89F3-4B21C9D1D03B}"/>
    <dgm:cxn modelId="{E37AB302-58FE-4729-804F-0DB3AE826D3E}" type="presOf" srcId="{0E2A263A-0E15-403E-B8E4-655837214830}" destId="{E7F371ED-3458-4F3C-A3B9-CE5F6EB110FB}" srcOrd="1" destOrd="0" presId="urn:microsoft.com/office/officeart/2005/8/layout/hierarchy5"/>
    <dgm:cxn modelId="{05FA9204-6FB4-4D23-9332-F3CD006EC72C}" type="presOf" srcId="{5B56B8EB-7D97-48A8-9146-D6B970DC821C}" destId="{81805A9C-5B7C-4F77-ACE4-BD502F7E945C}" srcOrd="0" destOrd="0" presId="urn:microsoft.com/office/officeart/2005/8/layout/hierarchy5"/>
    <dgm:cxn modelId="{AC56C104-D4E8-4498-9C89-F327290377CE}" type="presOf" srcId="{02C24304-BB24-4CF0-8733-96B2AE5D7D2F}" destId="{DD1152B0-D27B-4D3C-9181-61AE86F5527A}" srcOrd="0" destOrd="0" presId="urn:microsoft.com/office/officeart/2005/8/layout/hierarchy5"/>
    <dgm:cxn modelId="{3DA3B608-47A7-43B7-B2F5-84B956233B2F}" srcId="{02C24304-BB24-4CF0-8733-96B2AE5D7D2F}" destId="{A6D648A0-0D5F-4A13-8381-87142740CE09}" srcOrd="4" destOrd="0" parTransId="{243F5917-9542-4187-8092-A8012E99E3E1}" sibTransId="{59E28778-3C97-45CA-AB19-A0CA78C6CF22}"/>
    <dgm:cxn modelId="{2CE9FA0B-4C02-46A1-98DC-C15B93AFF99C}" srcId="{02C24304-BB24-4CF0-8733-96B2AE5D7D2F}" destId="{6BD3A4BA-7189-4B46-BDDA-889DE8D4835F}" srcOrd="5" destOrd="0" parTransId="{0E2A263A-0E15-403E-B8E4-655837214830}" sibTransId="{64117D00-0F96-49F4-B15F-45CC864E4AB3}"/>
    <dgm:cxn modelId="{B549510E-64DA-45A9-91BB-A019EA192318}" type="presOf" srcId="{3BDBB3B4-CB0E-4802-9756-FB947D10C5EE}" destId="{DCE6ED7A-77EF-474E-88AE-8815D6DF4E1A}" srcOrd="0" destOrd="0" presId="urn:microsoft.com/office/officeart/2005/8/layout/hierarchy5"/>
    <dgm:cxn modelId="{14CE8E12-3B79-4317-BEB8-776786A2E564}" type="presOf" srcId="{38A592DC-077F-4086-A241-85716175E171}" destId="{823064C7-3650-4345-ADAA-996BD0023888}" srcOrd="0" destOrd="0" presId="urn:microsoft.com/office/officeart/2005/8/layout/hierarchy5"/>
    <dgm:cxn modelId="{AA54A014-8AAB-4D62-8F67-AA86BFACE90E}" type="presOf" srcId="{E7AEA952-F9B1-49FE-BF09-C78916C6F20F}" destId="{A00A937C-4047-4FD5-8FEB-11DB055D2C2B}" srcOrd="1" destOrd="0" presId="urn:microsoft.com/office/officeart/2005/8/layout/hierarchy5"/>
    <dgm:cxn modelId="{33A34D15-0BBF-4F90-9839-685DC8836834}" srcId="{00D3A6FA-B98E-4DF2-AD2A-357AD3E7BC84}" destId="{E45E31FA-9777-4336-B9D4-A1BA29E61215}" srcOrd="0" destOrd="0" parTransId="{94F9C343-9410-4648-ABB4-AD57287EFE31}" sibTransId="{7323033B-44D6-4BF1-AEFB-AC464EB45264}"/>
    <dgm:cxn modelId="{D48ACC17-143A-4C6B-A016-FDC76F691E46}" srcId="{00D3A6FA-B98E-4DF2-AD2A-357AD3E7BC84}" destId="{FAE9EB4F-A28C-4612-BBED-7AB9C8B36431}" srcOrd="1" destOrd="0" parTransId="{38A592DC-077F-4086-A241-85716175E171}" sibTransId="{AF4E1DB7-E061-4528-A270-24B281AF74F4}"/>
    <dgm:cxn modelId="{2E08731A-F0A6-4F27-92D9-E9FC3BD78E09}" type="presOf" srcId="{92F47E74-CCC5-4440-B8DF-31AD60037A9E}" destId="{35B78A8D-3708-4375-B39D-61DABCBE2ECF}" srcOrd="0" destOrd="0" presId="urn:microsoft.com/office/officeart/2005/8/layout/hierarchy5"/>
    <dgm:cxn modelId="{745AC220-BEE9-44EB-B8BC-E52FF719A825}" type="presOf" srcId="{4A4BEA54-243B-4E6F-941B-BB92F0841443}" destId="{33D4CFDE-E058-4304-84F0-264B4A1F6BEC}" srcOrd="1" destOrd="0" presId="urn:microsoft.com/office/officeart/2005/8/layout/hierarchy5"/>
    <dgm:cxn modelId="{076DC820-234F-4E7D-A4B8-D7E63F503C1C}" type="presOf" srcId="{6F535224-D3D9-4A69-9662-5BC431995028}" destId="{D9B1B994-76EC-4E2B-80E6-E25A4D3D10A4}" srcOrd="0" destOrd="0" presId="urn:microsoft.com/office/officeart/2005/8/layout/hierarchy5"/>
    <dgm:cxn modelId="{8F8C4A2A-8850-43B7-9AAB-3F9D55A9BF10}" type="presOf" srcId="{A6D648A0-0D5F-4A13-8381-87142740CE09}" destId="{CAEC1067-5E38-4F32-B5B1-900D5A85DCB5}" srcOrd="0" destOrd="0" presId="urn:microsoft.com/office/officeart/2005/8/layout/hierarchy5"/>
    <dgm:cxn modelId="{F0E0522B-DBF0-419D-819A-54EA6B49CDA5}" srcId="{3BDBB3B4-CB0E-4802-9756-FB947D10C5EE}" destId="{A3B4C594-242F-4EA2-A9CF-A0C0E20808AD}" srcOrd="0" destOrd="0" parTransId="{4A4BEA54-243B-4E6F-941B-BB92F0841443}" sibTransId="{9AFE3012-C268-46ED-8568-EF0B0407CCBC}"/>
    <dgm:cxn modelId="{CC1B312E-6D33-4EAA-B1AD-26AC598CE5CE}" type="presOf" srcId="{8805CEB2-1948-4987-B6BB-F045F9B58A9A}" destId="{1C4B4A28-2CE4-4DE1-BB36-A2731F1F5F95}" srcOrd="1" destOrd="0" presId="urn:microsoft.com/office/officeart/2005/8/layout/hierarchy5"/>
    <dgm:cxn modelId="{DCD8742F-1CD1-4F8F-A6AC-71463E597973}" type="presOf" srcId="{E87E5CE5-CEF4-47FC-8193-A80BE894164E}" destId="{74C02F85-8C73-4FA2-BB47-00D34584B64B}" srcOrd="0" destOrd="0" presId="urn:microsoft.com/office/officeart/2005/8/layout/hierarchy5"/>
    <dgm:cxn modelId="{DCB26C5F-B35A-41B6-A49A-5416D52E8E21}" type="presOf" srcId="{6BD3A4BA-7189-4B46-BDDA-889DE8D4835F}" destId="{03A07839-3EBE-46D0-95B5-43409F2B05D4}" srcOrd="0" destOrd="0" presId="urn:microsoft.com/office/officeart/2005/8/layout/hierarchy5"/>
    <dgm:cxn modelId="{7DA63261-9831-4638-8574-4B0E3C6C9D3E}" type="presOf" srcId="{94F9C343-9410-4648-ABB4-AD57287EFE31}" destId="{9D3D6A4F-6503-4FF8-9B0B-5D5165EEE11B}" srcOrd="1" destOrd="0" presId="urn:microsoft.com/office/officeart/2005/8/layout/hierarchy5"/>
    <dgm:cxn modelId="{A55F2744-AEA5-4E69-9543-6105CAA6A1F2}" srcId="{3BDBB3B4-CB0E-4802-9756-FB947D10C5EE}" destId="{6F535224-D3D9-4A69-9662-5BC431995028}" srcOrd="1" destOrd="0" parTransId="{8C20FCF9-C35E-4BCC-92D3-C180B033B8A8}" sibTransId="{BC2CC656-1F3E-489B-A59C-CC2362267859}"/>
    <dgm:cxn modelId="{26AEC944-9FF0-4365-99F6-4AF4F305C545}" type="presOf" srcId="{E7AEA952-F9B1-49FE-BF09-C78916C6F20F}" destId="{B9B55CF9-392C-4093-B21D-CF54133AA8F2}" srcOrd="0" destOrd="0" presId="urn:microsoft.com/office/officeart/2005/8/layout/hierarchy5"/>
    <dgm:cxn modelId="{A9336865-6E17-4BCB-9BF8-4F5C19BA7070}" type="presOf" srcId="{E78FBB80-C7A4-4496-B5F7-EF86963F9A72}" destId="{41EBD45A-1EC4-4D18-9BC5-6B5F54CCE04B}" srcOrd="0" destOrd="0" presId="urn:microsoft.com/office/officeart/2005/8/layout/hierarchy5"/>
    <dgm:cxn modelId="{F5D3C545-758D-4409-A95D-C4ED6CD17B39}" srcId="{00D3A6FA-B98E-4DF2-AD2A-357AD3E7BC84}" destId="{16FB11DB-095D-4FDE-8E16-EA602A353EA8}" srcOrd="2" destOrd="0" parTransId="{AD0BC485-B773-46B1-865E-53A3BD0A2E28}" sibTransId="{3D7E2D71-3D9E-4BD7-B413-AB62654A5788}"/>
    <dgm:cxn modelId="{7DA47D6A-B7F1-4E97-A34B-501ADB0701D1}" srcId="{02C24304-BB24-4CF0-8733-96B2AE5D7D2F}" destId="{E87E5CE5-CEF4-47FC-8193-A80BE894164E}" srcOrd="6" destOrd="0" parTransId="{A943A1AE-2409-46D3-AC31-8A936D147DA3}" sibTransId="{76C016B4-3A2F-4F9A-B14A-864ABFD50D9D}"/>
    <dgm:cxn modelId="{9B99A94D-91AA-45F0-AFB0-B776DDA07372}" type="presOf" srcId="{FAE9EB4F-A28C-4612-BBED-7AB9C8B36431}" destId="{7A498288-FE6E-4D83-9253-C779831F5414}" srcOrd="0" destOrd="0" presId="urn:microsoft.com/office/officeart/2005/8/layout/hierarchy5"/>
    <dgm:cxn modelId="{B5953250-476B-4D3B-A6D2-F4DBBB7FCD0E}" srcId="{02C24304-BB24-4CF0-8733-96B2AE5D7D2F}" destId="{00D3A6FA-B98E-4DF2-AD2A-357AD3E7BC84}" srcOrd="0" destOrd="0" parTransId="{DCD8E7EB-3B32-49BC-BC10-DE2FF86DF46C}" sibTransId="{56049682-58A1-4DE3-85BB-C72CB5A041D5}"/>
    <dgm:cxn modelId="{BEA32753-8591-4181-BD3C-A212806E4F8D}" type="presOf" srcId="{AD0BC485-B773-46B1-865E-53A3BD0A2E28}" destId="{C7E89DD0-4822-4CF4-887C-6B4532935435}" srcOrd="1" destOrd="0" presId="urn:microsoft.com/office/officeart/2005/8/layout/hierarchy5"/>
    <dgm:cxn modelId="{7D855155-474A-4713-B872-7D55089BABFB}" srcId="{02C24304-BB24-4CF0-8733-96B2AE5D7D2F}" destId="{2965E603-1CB8-4E35-9360-256A18D0C3D1}" srcOrd="1" destOrd="0" parTransId="{92F47E74-CCC5-4440-B8DF-31AD60037A9E}" sibTransId="{405CADD1-8F40-4981-BB42-105E515A5863}"/>
    <dgm:cxn modelId="{CAF64156-160B-4437-B270-85E52B93D4FD}" type="presOf" srcId="{AD0BC485-B773-46B1-865E-53A3BD0A2E28}" destId="{59E4FC98-572A-4B11-903E-1A99D65FE665}" srcOrd="0" destOrd="0" presId="urn:microsoft.com/office/officeart/2005/8/layout/hierarchy5"/>
    <dgm:cxn modelId="{878A085A-824D-43E4-8520-97D334FDFCC0}" type="presOf" srcId="{A731B4EA-A60D-46D1-AE85-E1410A8E3F22}" destId="{FCB20F82-0FFB-4691-ABF4-27FF8C668BD3}" srcOrd="0" destOrd="0" presId="urn:microsoft.com/office/officeart/2005/8/layout/hierarchy5"/>
    <dgm:cxn modelId="{AF7D5180-0B8A-4B42-B25B-C7C28D1BEC77}" type="presOf" srcId="{4A4BEA54-243B-4E6F-941B-BB92F0841443}" destId="{FAAB7126-864B-4041-B1B4-495A96C07714}" srcOrd="0" destOrd="0" presId="urn:microsoft.com/office/officeart/2005/8/layout/hierarchy5"/>
    <dgm:cxn modelId="{A8848C8C-BB09-4FA6-B768-EACD2E8F207D}" type="presOf" srcId="{243F5917-9542-4187-8092-A8012E99E3E1}" destId="{CC9D7885-6D12-4F84-B34C-A25B12893787}" srcOrd="1" destOrd="0" presId="urn:microsoft.com/office/officeart/2005/8/layout/hierarchy5"/>
    <dgm:cxn modelId="{F5E26E90-1B2C-48F1-B49A-2461CD082828}" type="presOf" srcId="{8805CEB2-1948-4987-B6BB-F045F9B58A9A}" destId="{DC1D347C-E675-41C8-9A5B-E164EEB8A4C4}" srcOrd="0" destOrd="0" presId="urn:microsoft.com/office/officeart/2005/8/layout/hierarchy5"/>
    <dgm:cxn modelId="{FF8C7994-025E-4592-9C6C-E5647C81D1EA}" type="presOf" srcId="{8C20FCF9-C35E-4BCC-92D3-C180B033B8A8}" destId="{59DF34EE-B472-4B03-8CD1-1C17F3E33D17}" srcOrd="1" destOrd="0" presId="urn:microsoft.com/office/officeart/2005/8/layout/hierarchy5"/>
    <dgm:cxn modelId="{90B7B497-1151-4BF4-858A-7B8F8B13BC43}" type="presOf" srcId="{6CD7E528-34D9-468A-86B5-FE495530FCA9}" destId="{25444B42-72BD-4911-A539-4A71509F5E39}" srcOrd="1" destOrd="0" presId="urn:microsoft.com/office/officeart/2005/8/layout/hierarchy5"/>
    <dgm:cxn modelId="{466B0A9A-A0F6-4684-AAF6-87398AF61B23}" type="presOf" srcId="{16FB11DB-095D-4FDE-8E16-EA602A353EA8}" destId="{FED6F3E8-E997-40AF-BE70-109C26B19D1B}" srcOrd="0" destOrd="0" presId="urn:microsoft.com/office/officeart/2005/8/layout/hierarchy5"/>
    <dgm:cxn modelId="{453D1E9A-30A9-47FD-948B-44FE6A09B6ED}" type="presOf" srcId="{A943A1AE-2409-46D3-AC31-8A936D147DA3}" destId="{18DA04DD-7355-4753-BDEB-ACFEC5E52652}" srcOrd="0" destOrd="0" presId="urn:microsoft.com/office/officeart/2005/8/layout/hierarchy5"/>
    <dgm:cxn modelId="{91F9099B-0215-4885-A90E-A442D47B5BB5}" type="presOf" srcId="{DCD8E7EB-3B32-49BC-BC10-DE2FF86DF46C}" destId="{698593ED-8A40-45FB-BBBF-DBE5EEC2BD72}" srcOrd="1" destOrd="0" presId="urn:microsoft.com/office/officeart/2005/8/layout/hierarchy5"/>
    <dgm:cxn modelId="{5077D6A3-BDA8-4C17-942D-F7AA1F308C43}" type="presOf" srcId="{94F9C343-9410-4648-ABB4-AD57287EFE31}" destId="{0722D817-1B41-44BC-8149-EE4819149001}" srcOrd="0" destOrd="0" presId="urn:microsoft.com/office/officeart/2005/8/layout/hierarchy5"/>
    <dgm:cxn modelId="{A47B04A7-3D66-4386-9D12-1DE84058AC09}" type="presOf" srcId="{243F5917-9542-4187-8092-A8012E99E3E1}" destId="{2006E285-DCA4-411B-8F07-8642A5B17EA0}" srcOrd="0" destOrd="0" presId="urn:microsoft.com/office/officeart/2005/8/layout/hierarchy5"/>
    <dgm:cxn modelId="{92B946A9-FFB5-4FE7-9C76-F2232ED6A222}" srcId="{A731B4EA-A60D-46D1-AE85-E1410A8E3F22}" destId="{02C24304-BB24-4CF0-8733-96B2AE5D7D2F}" srcOrd="0" destOrd="0" parTransId="{B00F7BBC-2D69-413F-A0CC-400E665003B5}" sibTransId="{A7D31BC1-C965-4F22-826B-83A8380841E9}"/>
    <dgm:cxn modelId="{2A7F2DAA-D768-4542-BE64-2FFBCE8528B2}" type="presOf" srcId="{0E2A263A-0E15-403E-B8E4-655837214830}" destId="{2C91DFEC-364B-4D7A-8376-B1BFBA3D0B4A}" srcOrd="0" destOrd="0" presId="urn:microsoft.com/office/officeart/2005/8/layout/hierarchy5"/>
    <dgm:cxn modelId="{179C16AD-969C-4B6D-A731-EDF248B415CD}" type="presOf" srcId="{2965E603-1CB8-4E35-9360-256A18D0C3D1}" destId="{6FA173AF-68E3-43D3-A7FF-51C68FCC384A}" srcOrd="0" destOrd="0" presId="urn:microsoft.com/office/officeart/2005/8/layout/hierarchy5"/>
    <dgm:cxn modelId="{324730B1-9A98-4A72-B220-D36309AB6312}" type="presOf" srcId="{00D3A6FA-B98E-4DF2-AD2A-357AD3E7BC84}" destId="{49D4848C-DE9F-4BC1-A27E-93CD42A9C890}" srcOrd="0" destOrd="0" presId="urn:microsoft.com/office/officeart/2005/8/layout/hierarchy5"/>
    <dgm:cxn modelId="{FA1030B8-63D6-493C-9FA8-FBDAEC0BEEF1}" srcId="{02C24304-BB24-4CF0-8733-96B2AE5D7D2F}" destId="{E78FBB80-C7A4-4496-B5F7-EF86963F9A72}" srcOrd="2" destOrd="0" parTransId="{8805CEB2-1948-4987-B6BB-F045F9B58A9A}" sibTransId="{7C72B5E6-A2DC-41F2-962F-390867967E88}"/>
    <dgm:cxn modelId="{C781EAC3-B738-4F4C-85EC-6F85F2E7F5BB}" srcId="{3BDBB3B4-CB0E-4802-9756-FB947D10C5EE}" destId="{5B56B8EB-7D97-48A8-9146-D6B970DC821C}" srcOrd="2" destOrd="0" parTransId="{6CD7E528-34D9-468A-86B5-FE495530FCA9}" sibTransId="{17DAEB7D-1EB4-41E7-8F26-30B46029D92A}"/>
    <dgm:cxn modelId="{9A9C31D7-BEE6-424E-8B58-77087107D89F}" type="presOf" srcId="{92F47E74-CCC5-4440-B8DF-31AD60037A9E}" destId="{29A0B3E0-64E0-4FC3-9337-EAE077F6AC36}" srcOrd="1" destOrd="0" presId="urn:microsoft.com/office/officeart/2005/8/layout/hierarchy5"/>
    <dgm:cxn modelId="{9B3290D7-3324-4D70-A495-F0241AD85441}" type="presOf" srcId="{38A592DC-077F-4086-A241-85716175E171}" destId="{6D235D40-7CC7-4A71-ABE6-8F3B09854ABB}" srcOrd="1" destOrd="0" presId="urn:microsoft.com/office/officeart/2005/8/layout/hierarchy5"/>
    <dgm:cxn modelId="{EE1B5CE2-6669-4C4B-9AA5-D62B565D0C41}" type="presOf" srcId="{A943A1AE-2409-46D3-AC31-8A936D147DA3}" destId="{C46BF15F-ADB5-40F7-AB28-262B71B2044F}" srcOrd="1" destOrd="0" presId="urn:microsoft.com/office/officeart/2005/8/layout/hierarchy5"/>
    <dgm:cxn modelId="{D5D8B5E6-986C-436C-81CC-4DCDA699B498}" type="presOf" srcId="{6CD7E528-34D9-468A-86B5-FE495530FCA9}" destId="{DDFA9D80-039C-4938-A46E-82073E183F6F}" srcOrd="0" destOrd="0" presId="urn:microsoft.com/office/officeart/2005/8/layout/hierarchy5"/>
    <dgm:cxn modelId="{E4A078F3-9F15-4DF6-9A32-716FF5177E7F}" type="presOf" srcId="{8C20FCF9-C35E-4BCC-92D3-C180B033B8A8}" destId="{425CF3F5-9D52-4234-B742-595AED5266F9}" srcOrd="0" destOrd="0" presId="urn:microsoft.com/office/officeart/2005/8/layout/hierarchy5"/>
    <dgm:cxn modelId="{608375F7-88A3-4ACA-80ED-69D441AAA7DA}" type="presOf" srcId="{DCD8E7EB-3B32-49BC-BC10-DE2FF86DF46C}" destId="{A7641651-B597-45AB-8329-571244F67740}" srcOrd="0" destOrd="0" presId="urn:microsoft.com/office/officeart/2005/8/layout/hierarchy5"/>
    <dgm:cxn modelId="{B3B321F9-F570-45AA-9405-BE85C443B248}" type="presOf" srcId="{E45E31FA-9777-4336-B9D4-A1BA29E61215}" destId="{BF216185-88A5-4A56-8A62-1CEF8D379139}" srcOrd="0" destOrd="0" presId="urn:microsoft.com/office/officeart/2005/8/layout/hierarchy5"/>
    <dgm:cxn modelId="{2090F3FB-B16F-4AA6-A6D3-71CDE8F87414}" type="presOf" srcId="{A3B4C594-242F-4EA2-A9CF-A0C0E20808AD}" destId="{7B55D011-B6A9-47D2-AB8F-AFB7B1BC556B}" srcOrd="0" destOrd="0" presId="urn:microsoft.com/office/officeart/2005/8/layout/hierarchy5"/>
    <dgm:cxn modelId="{666DC523-09C0-4D57-A80B-8BDA06303922}" type="presParOf" srcId="{FCB20F82-0FFB-4691-ABF4-27FF8C668BD3}" destId="{85C0E362-3C1B-414A-B1EA-FDA9D2066579}" srcOrd="0" destOrd="0" presId="urn:microsoft.com/office/officeart/2005/8/layout/hierarchy5"/>
    <dgm:cxn modelId="{AD9EBEDF-A8B7-4D7A-B992-DE0644F894B9}" type="presParOf" srcId="{85C0E362-3C1B-414A-B1EA-FDA9D2066579}" destId="{B7D16134-22E1-4F0A-84B2-67C2D8BB9835}" srcOrd="0" destOrd="0" presId="urn:microsoft.com/office/officeart/2005/8/layout/hierarchy5"/>
    <dgm:cxn modelId="{9B972276-4FC3-4E75-959B-69ED34DF6D44}" type="presParOf" srcId="{B7D16134-22E1-4F0A-84B2-67C2D8BB9835}" destId="{509867B1-44D1-464F-87BF-51071141C3DE}" srcOrd="0" destOrd="0" presId="urn:microsoft.com/office/officeart/2005/8/layout/hierarchy5"/>
    <dgm:cxn modelId="{F434C95E-DA15-40F6-B99B-8327112F9DDE}" type="presParOf" srcId="{509867B1-44D1-464F-87BF-51071141C3DE}" destId="{DD1152B0-D27B-4D3C-9181-61AE86F5527A}" srcOrd="0" destOrd="0" presId="urn:microsoft.com/office/officeart/2005/8/layout/hierarchy5"/>
    <dgm:cxn modelId="{0E2BEA79-6047-40CB-ADD4-8E2467017979}" type="presParOf" srcId="{509867B1-44D1-464F-87BF-51071141C3DE}" destId="{5667D220-4E22-478B-9B3E-A53EFD68235B}" srcOrd="1" destOrd="0" presId="urn:microsoft.com/office/officeart/2005/8/layout/hierarchy5"/>
    <dgm:cxn modelId="{E026FD43-FCB1-4C20-8B36-7C36FB7584C3}" type="presParOf" srcId="{5667D220-4E22-478B-9B3E-A53EFD68235B}" destId="{A7641651-B597-45AB-8329-571244F67740}" srcOrd="0" destOrd="0" presId="urn:microsoft.com/office/officeart/2005/8/layout/hierarchy5"/>
    <dgm:cxn modelId="{1486CEAC-6433-470E-9616-30DE7BFD3EBA}" type="presParOf" srcId="{A7641651-B597-45AB-8329-571244F67740}" destId="{698593ED-8A40-45FB-BBBF-DBE5EEC2BD72}" srcOrd="0" destOrd="0" presId="urn:microsoft.com/office/officeart/2005/8/layout/hierarchy5"/>
    <dgm:cxn modelId="{574C604A-5DDD-4DBE-82AA-0773FF04C2FD}" type="presParOf" srcId="{5667D220-4E22-478B-9B3E-A53EFD68235B}" destId="{6995E659-D5A5-4C1D-B2A0-EF49FB78BD03}" srcOrd="1" destOrd="0" presId="urn:microsoft.com/office/officeart/2005/8/layout/hierarchy5"/>
    <dgm:cxn modelId="{D8D12C95-D0A1-480B-A1DC-76A551F41165}" type="presParOf" srcId="{6995E659-D5A5-4C1D-B2A0-EF49FB78BD03}" destId="{49D4848C-DE9F-4BC1-A27E-93CD42A9C890}" srcOrd="0" destOrd="0" presId="urn:microsoft.com/office/officeart/2005/8/layout/hierarchy5"/>
    <dgm:cxn modelId="{61E342C4-F953-496C-A52B-CF4A08ADF25A}" type="presParOf" srcId="{6995E659-D5A5-4C1D-B2A0-EF49FB78BD03}" destId="{5C883B90-02CE-4E9E-82EA-54B28FC81438}" srcOrd="1" destOrd="0" presId="urn:microsoft.com/office/officeart/2005/8/layout/hierarchy5"/>
    <dgm:cxn modelId="{5C14FCDC-B858-4FF7-8BFB-1A25E3B61799}" type="presParOf" srcId="{5C883B90-02CE-4E9E-82EA-54B28FC81438}" destId="{0722D817-1B41-44BC-8149-EE4819149001}" srcOrd="0" destOrd="0" presId="urn:microsoft.com/office/officeart/2005/8/layout/hierarchy5"/>
    <dgm:cxn modelId="{DAC06A2E-3113-4243-A38E-E2192089E1E4}" type="presParOf" srcId="{0722D817-1B41-44BC-8149-EE4819149001}" destId="{9D3D6A4F-6503-4FF8-9B0B-5D5165EEE11B}" srcOrd="0" destOrd="0" presId="urn:microsoft.com/office/officeart/2005/8/layout/hierarchy5"/>
    <dgm:cxn modelId="{9312DB4C-36A5-4909-865E-FE326E0C0D40}" type="presParOf" srcId="{5C883B90-02CE-4E9E-82EA-54B28FC81438}" destId="{460F3E14-0815-4C7B-AAC8-CB10D3C02D6A}" srcOrd="1" destOrd="0" presId="urn:microsoft.com/office/officeart/2005/8/layout/hierarchy5"/>
    <dgm:cxn modelId="{3886ED11-DC8F-4A0A-94AE-FA109F5DD980}" type="presParOf" srcId="{460F3E14-0815-4C7B-AAC8-CB10D3C02D6A}" destId="{BF216185-88A5-4A56-8A62-1CEF8D379139}" srcOrd="0" destOrd="0" presId="urn:microsoft.com/office/officeart/2005/8/layout/hierarchy5"/>
    <dgm:cxn modelId="{6B89201E-90D8-4E2A-A28F-17AA928A2021}" type="presParOf" srcId="{460F3E14-0815-4C7B-AAC8-CB10D3C02D6A}" destId="{B3389B3E-1785-4BF9-B8F1-4C25EB7B7E6F}" srcOrd="1" destOrd="0" presId="urn:microsoft.com/office/officeart/2005/8/layout/hierarchy5"/>
    <dgm:cxn modelId="{C384E3A6-5635-424C-9502-22098A8AFBF5}" type="presParOf" srcId="{5C883B90-02CE-4E9E-82EA-54B28FC81438}" destId="{823064C7-3650-4345-ADAA-996BD0023888}" srcOrd="2" destOrd="0" presId="urn:microsoft.com/office/officeart/2005/8/layout/hierarchy5"/>
    <dgm:cxn modelId="{C4FD420E-FC35-441E-BA8C-1644AC22352F}" type="presParOf" srcId="{823064C7-3650-4345-ADAA-996BD0023888}" destId="{6D235D40-7CC7-4A71-ABE6-8F3B09854ABB}" srcOrd="0" destOrd="0" presId="urn:microsoft.com/office/officeart/2005/8/layout/hierarchy5"/>
    <dgm:cxn modelId="{EFFEFE17-CA57-4DDB-977A-2841CAE2461C}" type="presParOf" srcId="{5C883B90-02CE-4E9E-82EA-54B28FC81438}" destId="{2E64287D-0501-410F-A47C-7312757B4F0F}" srcOrd="3" destOrd="0" presId="urn:microsoft.com/office/officeart/2005/8/layout/hierarchy5"/>
    <dgm:cxn modelId="{1951B2F7-E8F8-4E26-AD65-A1F04F3569C0}" type="presParOf" srcId="{2E64287D-0501-410F-A47C-7312757B4F0F}" destId="{7A498288-FE6E-4D83-9253-C779831F5414}" srcOrd="0" destOrd="0" presId="urn:microsoft.com/office/officeart/2005/8/layout/hierarchy5"/>
    <dgm:cxn modelId="{157206DB-9E83-4A05-87FA-04BF0964DD03}" type="presParOf" srcId="{2E64287D-0501-410F-A47C-7312757B4F0F}" destId="{111C8191-97D6-41E6-9B7C-BD6843DAABDB}" srcOrd="1" destOrd="0" presId="urn:microsoft.com/office/officeart/2005/8/layout/hierarchy5"/>
    <dgm:cxn modelId="{82B88593-4CE7-4001-B7FA-C137A3332122}" type="presParOf" srcId="{5C883B90-02CE-4E9E-82EA-54B28FC81438}" destId="{59E4FC98-572A-4B11-903E-1A99D65FE665}" srcOrd="4" destOrd="0" presId="urn:microsoft.com/office/officeart/2005/8/layout/hierarchy5"/>
    <dgm:cxn modelId="{ED060ED3-F94C-46B1-802F-3DC66B25C28A}" type="presParOf" srcId="{59E4FC98-572A-4B11-903E-1A99D65FE665}" destId="{C7E89DD0-4822-4CF4-887C-6B4532935435}" srcOrd="0" destOrd="0" presId="urn:microsoft.com/office/officeart/2005/8/layout/hierarchy5"/>
    <dgm:cxn modelId="{4805427F-FE91-484B-A600-27179DAF7051}" type="presParOf" srcId="{5C883B90-02CE-4E9E-82EA-54B28FC81438}" destId="{E7105FF2-18FE-4F18-BB84-12B43E54CBEA}" srcOrd="5" destOrd="0" presId="urn:microsoft.com/office/officeart/2005/8/layout/hierarchy5"/>
    <dgm:cxn modelId="{9C928C11-03A1-4111-951D-B3707F44C3D7}" type="presParOf" srcId="{E7105FF2-18FE-4F18-BB84-12B43E54CBEA}" destId="{FED6F3E8-E997-40AF-BE70-109C26B19D1B}" srcOrd="0" destOrd="0" presId="urn:microsoft.com/office/officeart/2005/8/layout/hierarchy5"/>
    <dgm:cxn modelId="{FDBD9606-B9FE-4363-8A48-C927690ED737}" type="presParOf" srcId="{E7105FF2-18FE-4F18-BB84-12B43E54CBEA}" destId="{501E4711-31EF-48A9-A4B7-883E57906884}" srcOrd="1" destOrd="0" presId="urn:microsoft.com/office/officeart/2005/8/layout/hierarchy5"/>
    <dgm:cxn modelId="{71BFA739-AFCB-464F-8C89-1CDDB1ADF84F}" type="presParOf" srcId="{5667D220-4E22-478B-9B3E-A53EFD68235B}" destId="{35B78A8D-3708-4375-B39D-61DABCBE2ECF}" srcOrd="2" destOrd="0" presId="urn:microsoft.com/office/officeart/2005/8/layout/hierarchy5"/>
    <dgm:cxn modelId="{8B133E93-3772-4DC7-ABB7-0EA526FDA108}" type="presParOf" srcId="{35B78A8D-3708-4375-B39D-61DABCBE2ECF}" destId="{29A0B3E0-64E0-4FC3-9337-EAE077F6AC36}" srcOrd="0" destOrd="0" presId="urn:microsoft.com/office/officeart/2005/8/layout/hierarchy5"/>
    <dgm:cxn modelId="{B46D6B4C-5A9C-483F-A23B-D79381D74D1A}" type="presParOf" srcId="{5667D220-4E22-478B-9B3E-A53EFD68235B}" destId="{9D677AE1-8A11-4B4F-905B-AC38D2CDB107}" srcOrd="3" destOrd="0" presId="urn:microsoft.com/office/officeart/2005/8/layout/hierarchy5"/>
    <dgm:cxn modelId="{F7E7C3F2-B463-4CDB-8A0B-0DF0F8FB8A75}" type="presParOf" srcId="{9D677AE1-8A11-4B4F-905B-AC38D2CDB107}" destId="{6FA173AF-68E3-43D3-A7FF-51C68FCC384A}" srcOrd="0" destOrd="0" presId="urn:microsoft.com/office/officeart/2005/8/layout/hierarchy5"/>
    <dgm:cxn modelId="{1B363A4B-2D73-431C-AA94-CDC6310DBCB6}" type="presParOf" srcId="{9D677AE1-8A11-4B4F-905B-AC38D2CDB107}" destId="{C0078D45-E262-4ECB-9CCF-F4BA5292F469}" srcOrd="1" destOrd="0" presId="urn:microsoft.com/office/officeart/2005/8/layout/hierarchy5"/>
    <dgm:cxn modelId="{EEB86765-BC1B-4C17-AF95-D2CC1B168910}" type="presParOf" srcId="{5667D220-4E22-478B-9B3E-A53EFD68235B}" destId="{DC1D347C-E675-41C8-9A5B-E164EEB8A4C4}" srcOrd="4" destOrd="0" presId="urn:microsoft.com/office/officeart/2005/8/layout/hierarchy5"/>
    <dgm:cxn modelId="{F488E471-C3AE-41A9-A878-063A3EBCBDCB}" type="presParOf" srcId="{DC1D347C-E675-41C8-9A5B-E164EEB8A4C4}" destId="{1C4B4A28-2CE4-4DE1-BB36-A2731F1F5F95}" srcOrd="0" destOrd="0" presId="urn:microsoft.com/office/officeart/2005/8/layout/hierarchy5"/>
    <dgm:cxn modelId="{A8D077C9-B0C4-4B6B-82E0-F4509B5022D7}" type="presParOf" srcId="{5667D220-4E22-478B-9B3E-A53EFD68235B}" destId="{57513CCF-38DF-4CEA-BA3D-9A51F8916EA7}" srcOrd="5" destOrd="0" presId="urn:microsoft.com/office/officeart/2005/8/layout/hierarchy5"/>
    <dgm:cxn modelId="{818954B7-D3BC-44EE-B6D0-E946AD994DEF}" type="presParOf" srcId="{57513CCF-38DF-4CEA-BA3D-9A51F8916EA7}" destId="{41EBD45A-1EC4-4D18-9BC5-6B5F54CCE04B}" srcOrd="0" destOrd="0" presId="urn:microsoft.com/office/officeart/2005/8/layout/hierarchy5"/>
    <dgm:cxn modelId="{593815A2-B119-4585-AFF0-35DE5A50D182}" type="presParOf" srcId="{57513CCF-38DF-4CEA-BA3D-9A51F8916EA7}" destId="{8B1BCC5C-0A30-4909-9F56-7B4D4174FD1E}" srcOrd="1" destOrd="0" presId="urn:microsoft.com/office/officeart/2005/8/layout/hierarchy5"/>
    <dgm:cxn modelId="{86AF8281-0DAD-41A4-A066-9711EF04FB4B}" type="presParOf" srcId="{5667D220-4E22-478B-9B3E-A53EFD68235B}" destId="{B9B55CF9-392C-4093-B21D-CF54133AA8F2}" srcOrd="6" destOrd="0" presId="urn:microsoft.com/office/officeart/2005/8/layout/hierarchy5"/>
    <dgm:cxn modelId="{081FA63E-38A0-4591-BA3D-CD822C0DE9E8}" type="presParOf" srcId="{B9B55CF9-392C-4093-B21D-CF54133AA8F2}" destId="{A00A937C-4047-4FD5-8FEB-11DB055D2C2B}" srcOrd="0" destOrd="0" presId="urn:microsoft.com/office/officeart/2005/8/layout/hierarchy5"/>
    <dgm:cxn modelId="{B7FB4926-9789-4006-B7D6-F6A9CD7694A7}" type="presParOf" srcId="{5667D220-4E22-478B-9B3E-A53EFD68235B}" destId="{7101E39D-6285-4BF0-9131-C4CCBFD3EFF2}" srcOrd="7" destOrd="0" presId="urn:microsoft.com/office/officeart/2005/8/layout/hierarchy5"/>
    <dgm:cxn modelId="{ED7C8A23-C48E-47A5-A8CB-54BF78765822}" type="presParOf" srcId="{7101E39D-6285-4BF0-9131-C4CCBFD3EFF2}" destId="{DCE6ED7A-77EF-474E-88AE-8815D6DF4E1A}" srcOrd="0" destOrd="0" presId="urn:microsoft.com/office/officeart/2005/8/layout/hierarchy5"/>
    <dgm:cxn modelId="{4B660DBF-1EF7-4E3B-B34D-462680E3476D}" type="presParOf" srcId="{7101E39D-6285-4BF0-9131-C4CCBFD3EFF2}" destId="{98759984-8306-47DC-9457-D0D7ACA70DCE}" srcOrd="1" destOrd="0" presId="urn:microsoft.com/office/officeart/2005/8/layout/hierarchy5"/>
    <dgm:cxn modelId="{A778E66E-BCAD-401C-A6A3-0E59F57E68E1}" type="presParOf" srcId="{98759984-8306-47DC-9457-D0D7ACA70DCE}" destId="{FAAB7126-864B-4041-B1B4-495A96C07714}" srcOrd="0" destOrd="0" presId="urn:microsoft.com/office/officeart/2005/8/layout/hierarchy5"/>
    <dgm:cxn modelId="{D6C730E1-9BDB-4F2B-81E8-0A43158FCE34}" type="presParOf" srcId="{FAAB7126-864B-4041-B1B4-495A96C07714}" destId="{33D4CFDE-E058-4304-84F0-264B4A1F6BEC}" srcOrd="0" destOrd="0" presId="urn:microsoft.com/office/officeart/2005/8/layout/hierarchy5"/>
    <dgm:cxn modelId="{5AAC0F26-4CC3-4C08-B41A-7FBC8E652D10}" type="presParOf" srcId="{98759984-8306-47DC-9457-D0D7ACA70DCE}" destId="{EE04C0AB-22E6-4F90-B74B-C3C4D409FB37}" srcOrd="1" destOrd="0" presId="urn:microsoft.com/office/officeart/2005/8/layout/hierarchy5"/>
    <dgm:cxn modelId="{3996D1AA-E986-4159-8053-3453A9970D4D}" type="presParOf" srcId="{EE04C0AB-22E6-4F90-B74B-C3C4D409FB37}" destId="{7B55D011-B6A9-47D2-AB8F-AFB7B1BC556B}" srcOrd="0" destOrd="0" presId="urn:microsoft.com/office/officeart/2005/8/layout/hierarchy5"/>
    <dgm:cxn modelId="{BCCEE530-951C-408A-8165-AA48A95DA5BE}" type="presParOf" srcId="{EE04C0AB-22E6-4F90-B74B-C3C4D409FB37}" destId="{668AA680-92C4-400B-BD93-42A9C1E2EB09}" srcOrd="1" destOrd="0" presId="urn:microsoft.com/office/officeart/2005/8/layout/hierarchy5"/>
    <dgm:cxn modelId="{E219C899-1B8A-46D9-9209-3A91D1DDD5FE}" type="presParOf" srcId="{98759984-8306-47DC-9457-D0D7ACA70DCE}" destId="{425CF3F5-9D52-4234-B742-595AED5266F9}" srcOrd="2" destOrd="0" presId="urn:microsoft.com/office/officeart/2005/8/layout/hierarchy5"/>
    <dgm:cxn modelId="{5829A299-FB1E-4AAA-8606-68FBC2A43B0F}" type="presParOf" srcId="{425CF3F5-9D52-4234-B742-595AED5266F9}" destId="{59DF34EE-B472-4B03-8CD1-1C17F3E33D17}" srcOrd="0" destOrd="0" presId="urn:microsoft.com/office/officeart/2005/8/layout/hierarchy5"/>
    <dgm:cxn modelId="{8EFAB8AA-D2E3-4BC2-8DB7-5B82D07832B8}" type="presParOf" srcId="{98759984-8306-47DC-9457-D0D7ACA70DCE}" destId="{B4F35FC4-0494-446F-B78F-A92337368416}" srcOrd="3" destOrd="0" presId="urn:microsoft.com/office/officeart/2005/8/layout/hierarchy5"/>
    <dgm:cxn modelId="{7B3FA118-99FF-4FFF-9214-A29A3C21E790}" type="presParOf" srcId="{B4F35FC4-0494-446F-B78F-A92337368416}" destId="{D9B1B994-76EC-4E2B-80E6-E25A4D3D10A4}" srcOrd="0" destOrd="0" presId="urn:microsoft.com/office/officeart/2005/8/layout/hierarchy5"/>
    <dgm:cxn modelId="{2459417B-61AF-4613-8FAA-3D8B4A85C14D}" type="presParOf" srcId="{B4F35FC4-0494-446F-B78F-A92337368416}" destId="{6EC854C7-F6FE-4E69-AD05-30EFA43787FD}" srcOrd="1" destOrd="0" presId="urn:microsoft.com/office/officeart/2005/8/layout/hierarchy5"/>
    <dgm:cxn modelId="{19A84C02-280C-4C1C-8F98-33F7FBD56D05}" type="presParOf" srcId="{98759984-8306-47DC-9457-D0D7ACA70DCE}" destId="{DDFA9D80-039C-4938-A46E-82073E183F6F}" srcOrd="4" destOrd="0" presId="urn:microsoft.com/office/officeart/2005/8/layout/hierarchy5"/>
    <dgm:cxn modelId="{1832EF21-B67E-4032-B05D-6AAAC841BC50}" type="presParOf" srcId="{DDFA9D80-039C-4938-A46E-82073E183F6F}" destId="{25444B42-72BD-4911-A539-4A71509F5E39}" srcOrd="0" destOrd="0" presId="urn:microsoft.com/office/officeart/2005/8/layout/hierarchy5"/>
    <dgm:cxn modelId="{7AE1824A-6A52-438B-A04B-9E2BBF04DC03}" type="presParOf" srcId="{98759984-8306-47DC-9457-D0D7ACA70DCE}" destId="{B6293F06-5088-4F3C-A121-BFE8079FF436}" srcOrd="5" destOrd="0" presId="urn:microsoft.com/office/officeart/2005/8/layout/hierarchy5"/>
    <dgm:cxn modelId="{8A2470FC-7CEA-4FF3-AD16-9056A2C755C4}" type="presParOf" srcId="{B6293F06-5088-4F3C-A121-BFE8079FF436}" destId="{81805A9C-5B7C-4F77-ACE4-BD502F7E945C}" srcOrd="0" destOrd="0" presId="urn:microsoft.com/office/officeart/2005/8/layout/hierarchy5"/>
    <dgm:cxn modelId="{45DA1FA2-6B14-4E45-982A-C43103F6C5B7}" type="presParOf" srcId="{B6293F06-5088-4F3C-A121-BFE8079FF436}" destId="{A6B1768F-E112-436A-919F-28AF1F31D2D5}" srcOrd="1" destOrd="0" presId="urn:microsoft.com/office/officeart/2005/8/layout/hierarchy5"/>
    <dgm:cxn modelId="{0BC61F47-56B4-42B1-8D73-289959991D7D}" type="presParOf" srcId="{5667D220-4E22-478B-9B3E-A53EFD68235B}" destId="{2006E285-DCA4-411B-8F07-8642A5B17EA0}" srcOrd="8" destOrd="0" presId="urn:microsoft.com/office/officeart/2005/8/layout/hierarchy5"/>
    <dgm:cxn modelId="{A287285B-A958-4627-8F4B-AC98D3F619DC}" type="presParOf" srcId="{2006E285-DCA4-411B-8F07-8642A5B17EA0}" destId="{CC9D7885-6D12-4F84-B34C-A25B12893787}" srcOrd="0" destOrd="0" presId="urn:microsoft.com/office/officeart/2005/8/layout/hierarchy5"/>
    <dgm:cxn modelId="{F3598651-DF7B-4168-9706-9D9042F4505F}" type="presParOf" srcId="{5667D220-4E22-478B-9B3E-A53EFD68235B}" destId="{30D51F58-BE95-4E6A-A3B7-0096C1E16CAB}" srcOrd="9" destOrd="0" presId="urn:microsoft.com/office/officeart/2005/8/layout/hierarchy5"/>
    <dgm:cxn modelId="{D9EDDFFB-99E2-41BA-A2DF-1B3815FD844E}" type="presParOf" srcId="{30D51F58-BE95-4E6A-A3B7-0096C1E16CAB}" destId="{CAEC1067-5E38-4F32-B5B1-900D5A85DCB5}" srcOrd="0" destOrd="0" presId="urn:microsoft.com/office/officeart/2005/8/layout/hierarchy5"/>
    <dgm:cxn modelId="{3BEAB8CA-DD51-443B-B49C-9F6E7B9631D3}" type="presParOf" srcId="{30D51F58-BE95-4E6A-A3B7-0096C1E16CAB}" destId="{8F327583-3ED9-48D3-8170-45CB18CE2311}" srcOrd="1" destOrd="0" presId="urn:microsoft.com/office/officeart/2005/8/layout/hierarchy5"/>
    <dgm:cxn modelId="{3BB21051-872E-46C3-82C5-4027FFDFFB60}" type="presParOf" srcId="{5667D220-4E22-478B-9B3E-A53EFD68235B}" destId="{2C91DFEC-364B-4D7A-8376-B1BFBA3D0B4A}" srcOrd="10" destOrd="0" presId="urn:microsoft.com/office/officeart/2005/8/layout/hierarchy5"/>
    <dgm:cxn modelId="{347F3A79-0F10-4D26-AD3A-A0911B8131F1}" type="presParOf" srcId="{2C91DFEC-364B-4D7A-8376-B1BFBA3D0B4A}" destId="{E7F371ED-3458-4F3C-A3B9-CE5F6EB110FB}" srcOrd="0" destOrd="0" presId="urn:microsoft.com/office/officeart/2005/8/layout/hierarchy5"/>
    <dgm:cxn modelId="{C5E14C0A-236C-45C8-9483-88F5B6488F19}" type="presParOf" srcId="{5667D220-4E22-478B-9B3E-A53EFD68235B}" destId="{F721ACB0-E60F-4EF0-8FFC-0F98CC310019}" srcOrd="11" destOrd="0" presId="urn:microsoft.com/office/officeart/2005/8/layout/hierarchy5"/>
    <dgm:cxn modelId="{76BB0AF0-19BB-4683-B661-0FC4BCEA4966}" type="presParOf" srcId="{F721ACB0-E60F-4EF0-8FFC-0F98CC310019}" destId="{03A07839-3EBE-46D0-95B5-43409F2B05D4}" srcOrd="0" destOrd="0" presId="urn:microsoft.com/office/officeart/2005/8/layout/hierarchy5"/>
    <dgm:cxn modelId="{2E6D4365-C9C0-4B57-A08F-F9F9A90A6FFB}" type="presParOf" srcId="{F721ACB0-E60F-4EF0-8FFC-0F98CC310019}" destId="{A46AF860-3E1B-49DA-B1AD-C2A7834189F8}" srcOrd="1" destOrd="0" presId="urn:microsoft.com/office/officeart/2005/8/layout/hierarchy5"/>
    <dgm:cxn modelId="{46085BBF-02AC-4375-9C43-6624DBD2D2A9}" type="presParOf" srcId="{5667D220-4E22-478B-9B3E-A53EFD68235B}" destId="{18DA04DD-7355-4753-BDEB-ACFEC5E52652}" srcOrd="12" destOrd="0" presId="urn:microsoft.com/office/officeart/2005/8/layout/hierarchy5"/>
    <dgm:cxn modelId="{27E110E0-33F6-46D5-8AC3-A561A244AB0B}" type="presParOf" srcId="{18DA04DD-7355-4753-BDEB-ACFEC5E52652}" destId="{C46BF15F-ADB5-40F7-AB28-262B71B2044F}" srcOrd="0" destOrd="0" presId="urn:microsoft.com/office/officeart/2005/8/layout/hierarchy5"/>
    <dgm:cxn modelId="{01921A97-16DB-47D7-9712-98C2ECC16768}" type="presParOf" srcId="{5667D220-4E22-478B-9B3E-A53EFD68235B}" destId="{E0B5626D-ADA4-40C4-BDA0-7882C8DADE88}" srcOrd="13" destOrd="0" presId="urn:microsoft.com/office/officeart/2005/8/layout/hierarchy5"/>
    <dgm:cxn modelId="{93AD9E99-D33E-4C7C-9868-476B2390CFB6}" type="presParOf" srcId="{E0B5626D-ADA4-40C4-BDA0-7882C8DADE88}" destId="{74C02F85-8C73-4FA2-BB47-00D34584B64B}" srcOrd="0" destOrd="0" presId="urn:microsoft.com/office/officeart/2005/8/layout/hierarchy5"/>
    <dgm:cxn modelId="{E4B85993-D72A-499C-A955-328BAC569770}" type="presParOf" srcId="{E0B5626D-ADA4-40C4-BDA0-7882C8DADE88}" destId="{EE6A0B8B-2E7B-41C6-B5D9-95BD0BC26086}" srcOrd="1" destOrd="0" presId="urn:microsoft.com/office/officeart/2005/8/layout/hierarchy5"/>
    <dgm:cxn modelId="{17586EF9-C1EB-4766-95BC-E0FFC42714CF}" type="presParOf" srcId="{FCB20F82-0FFB-4691-ABF4-27FF8C668BD3}" destId="{92A14123-27FB-4629-B033-ED7E06AB94A9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152B0-D27B-4D3C-9181-61AE86F5527A}">
      <dsp:nvSpPr>
        <dsp:cNvPr id="0" name=""/>
        <dsp:cNvSpPr/>
      </dsp:nvSpPr>
      <dsp:spPr>
        <a:xfrm>
          <a:off x="764109" y="2211722"/>
          <a:ext cx="961416" cy="4807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Data Type</a:t>
          </a:r>
        </a:p>
      </dsp:txBody>
      <dsp:txXfrm>
        <a:off x="778188" y="2225801"/>
        <a:ext cx="933258" cy="452550"/>
      </dsp:txXfrm>
    </dsp:sp>
    <dsp:sp modelId="{A7641651-B597-45AB-8329-571244F67740}">
      <dsp:nvSpPr>
        <dsp:cNvPr id="0" name=""/>
        <dsp:cNvSpPr/>
      </dsp:nvSpPr>
      <dsp:spPr>
        <a:xfrm rot="16983315">
          <a:off x="1066585" y="1612912"/>
          <a:ext cx="170244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702446" y="99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600" kern="1200"/>
        </a:p>
      </dsp:txBody>
      <dsp:txXfrm>
        <a:off x="1875247" y="1580293"/>
        <a:ext cx="85122" cy="85122"/>
      </dsp:txXfrm>
    </dsp:sp>
    <dsp:sp modelId="{49D4848C-DE9F-4BC1-A27E-93CD42A9C890}">
      <dsp:nvSpPr>
        <dsp:cNvPr id="0" name=""/>
        <dsp:cNvSpPr/>
      </dsp:nvSpPr>
      <dsp:spPr>
        <a:xfrm>
          <a:off x="2110091" y="553279"/>
          <a:ext cx="961416" cy="4807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Numeric</a:t>
          </a:r>
        </a:p>
      </dsp:txBody>
      <dsp:txXfrm>
        <a:off x="2124170" y="567358"/>
        <a:ext cx="933258" cy="452550"/>
      </dsp:txXfrm>
    </dsp:sp>
    <dsp:sp modelId="{0722D817-1B41-44BC-8149-EE4819149001}">
      <dsp:nvSpPr>
        <dsp:cNvPr id="0" name=""/>
        <dsp:cNvSpPr/>
      </dsp:nvSpPr>
      <dsp:spPr>
        <a:xfrm rot="18289469">
          <a:off x="2927081" y="507283"/>
          <a:ext cx="67342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73420" y="99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3246955" y="500390"/>
        <a:ext cx="33671" cy="33671"/>
      </dsp:txXfrm>
    </dsp:sp>
    <dsp:sp modelId="{BF216185-88A5-4A56-8A62-1CEF8D379139}">
      <dsp:nvSpPr>
        <dsp:cNvPr id="0" name=""/>
        <dsp:cNvSpPr/>
      </dsp:nvSpPr>
      <dsp:spPr>
        <a:xfrm>
          <a:off x="3456074" y="464"/>
          <a:ext cx="961416" cy="48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Integer</a:t>
          </a:r>
        </a:p>
      </dsp:txBody>
      <dsp:txXfrm>
        <a:off x="3470153" y="14543"/>
        <a:ext cx="933258" cy="452550"/>
      </dsp:txXfrm>
    </dsp:sp>
    <dsp:sp modelId="{823064C7-3650-4345-ADAA-996BD0023888}">
      <dsp:nvSpPr>
        <dsp:cNvPr id="0" name=""/>
        <dsp:cNvSpPr/>
      </dsp:nvSpPr>
      <dsp:spPr>
        <a:xfrm>
          <a:off x="3071508" y="783690"/>
          <a:ext cx="38456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84566" y="99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3254177" y="784019"/>
        <a:ext cx="19228" cy="19228"/>
      </dsp:txXfrm>
    </dsp:sp>
    <dsp:sp modelId="{7A498288-FE6E-4D83-9253-C779831F5414}">
      <dsp:nvSpPr>
        <dsp:cNvPr id="0" name=""/>
        <dsp:cNvSpPr/>
      </dsp:nvSpPr>
      <dsp:spPr>
        <a:xfrm>
          <a:off x="3456074" y="553279"/>
          <a:ext cx="961416" cy="48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Float</a:t>
          </a:r>
        </a:p>
      </dsp:txBody>
      <dsp:txXfrm>
        <a:off x="3470153" y="567358"/>
        <a:ext cx="933258" cy="452550"/>
      </dsp:txXfrm>
    </dsp:sp>
    <dsp:sp modelId="{59E4FC98-572A-4B11-903E-1A99D65FE665}">
      <dsp:nvSpPr>
        <dsp:cNvPr id="0" name=""/>
        <dsp:cNvSpPr/>
      </dsp:nvSpPr>
      <dsp:spPr>
        <a:xfrm rot="3310531">
          <a:off x="2927081" y="1060097"/>
          <a:ext cx="67342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73420" y="99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3246955" y="1053204"/>
        <a:ext cx="33671" cy="33671"/>
      </dsp:txXfrm>
    </dsp:sp>
    <dsp:sp modelId="{FED6F3E8-E997-40AF-BE70-109C26B19D1B}">
      <dsp:nvSpPr>
        <dsp:cNvPr id="0" name=""/>
        <dsp:cNvSpPr/>
      </dsp:nvSpPr>
      <dsp:spPr>
        <a:xfrm>
          <a:off x="3456074" y="1106093"/>
          <a:ext cx="961416" cy="48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Complex</a:t>
          </a:r>
        </a:p>
      </dsp:txBody>
      <dsp:txXfrm>
        <a:off x="3470153" y="1120172"/>
        <a:ext cx="933258" cy="452550"/>
      </dsp:txXfrm>
    </dsp:sp>
    <dsp:sp modelId="{35B78A8D-3708-4375-B39D-61DABCBE2ECF}">
      <dsp:nvSpPr>
        <dsp:cNvPr id="0" name=""/>
        <dsp:cNvSpPr/>
      </dsp:nvSpPr>
      <dsp:spPr>
        <a:xfrm rot="17350740">
          <a:off x="1332508" y="1889319"/>
          <a:ext cx="117060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170600" y="99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1888543" y="1869996"/>
        <a:ext cx="58530" cy="58530"/>
      </dsp:txXfrm>
    </dsp:sp>
    <dsp:sp modelId="{6FA173AF-68E3-43D3-A7FF-51C68FCC384A}">
      <dsp:nvSpPr>
        <dsp:cNvPr id="0" name=""/>
        <dsp:cNvSpPr/>
      </dsp:nvSpPr>
      <dsp:spPr>
        <a:xfrm>
          <a:off x="2110091" y="1106093"/>
          <a:ext cx="961416" cy="4807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String</a:t>
          </a:r>
        </a:p>
      </dsp:txBody>
      <dsp:txXfrm>
        <a:off x="2124170" y="1120172"/>
        <a:ext cx="933258" cy="452550"/>
      </dsp:txXfrm>
    </dsp:sp>
    <dsp:sp modelId="{DC1D347C-E675-41C8-9A5B-E164EEB8A4C4}">
      <dsp:nvSpPr>
        <dsp:cNvPr id="0" name=""/>
        <dsp:cNvSpPr/>
      </dsp:nvSpPr>
      <dsp:spPr>
        <a:xfrm rot="18289469">
          <a:off x="1581098" y="2165726"/>
          <a:ext cx="67342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73420" y="99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1900973" y="2158833"/>
        <a:ext cx="33671" cy="33671"/>
      </dsp:txXfrm>
    </dsp:sp>
    <dsp:sp modelId="{41EBD45A-1EC4-4D18-9BC5-6B5F54CCE04B}">
      <dsp:nvSpPr>
        <dsp:cNvPr id="0" name=""/>
        <dsp:cNvSpPr/>
      </dsp:nvSpPr>
      <dsp:spPr>
        <a:xfrm>
          <a:off x="2110091" y="1658907"/>
          <a:ext cx="961416" cy="4807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Boolean</a:t>
          </a:r>
        </a:p>
      </dsp:txBody>
      <dsp:txXfrm>
        <a:off x="2124170" y="1672986"/>
        <a:ext cx="933258" cy="452550"/>
      </dsp:txXfrm>
    </dsp:sp>
    <dsp:sp modelId="{B9B55CF9-392C-4093-B21D-CF54133AA8F2}">
      <dsp:nvSpPr>
        <dsp:cNvPr id="0" name=""/>
        <dsp:cNvSpPr/>
      </dsp:nvSpPr>
      <dsp:spPr>
        <a:xfrm>
          <a:off x="1725525" y="2442133"/>
          <a:ext cx="38456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84566" y="99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1908194" y="2442462"/>
        <a:ext cx="19228" cy="19228"/>
      </dsp:txXfrm>
    </dsp:sp>
    <dsp:sp modelId="{DCE6ED7A-77EF-474E-88AE-8815D6DF4E1A}">
      <dsp:nvSpPr>
        <dsp:cNvPr id="0" name=""/>
        <dsp:cNvSpPr/>
      </dsp:nvSpPr>
      <dsp:spPr>
        <a:xfrm>
          <a:off x="2110091" y="2211722"/>
          <a:ext cx="961416" cy="4807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Sequence</a:t>
          </a:r>
        </a:p>
      </dsp:txBody>
      <dsp:txXfrm>
        <a:off x="2124170" y="2225801"/>
        <a:ext cx="933258" cy="452550"/>
      </dsp:txXfrm>
    </dsp:sp>
    <dsp:sp modelId="{FAAB7126-864B-4041-B1B4-495A96C07714}">
      <dsp:nvSpPr>
        <dsp:cNvPr id="0" name=""/>
        <dsp:cNvSpPr/>
      </dsp:nvSpPr>
      <dsp:spPr>
        <a:xfrm rot="18289469">
          <a:off x="2927081" y="2165726"/>
          <a:ext cx="67342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73420" y="99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3246955" y="2158833"/>
        <a:ext cx="33671" cy="33671"/>
      </dsp:txXfrm>
    </dsp:sp>
    <dsp:sp modelId="{7B55D011-B6A9-47D2-AB8F-AFB7B1BC556B}">
      <dsp:nvSpPr>
        <dsp:cNvPr id="0" name=""/>
        <dsp:cNvSpPr/>
      </dsp:nvSpPr>
      <dsp:spPr>
        <a:xfrm>
          <a:off x="3456074" y="1658907"/>
          <a:ext cx="961416" cy="48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List</a:t>
          </a:r>
        </a:p>
      </dsp:txBody>
      <dsp:txXfrm>
        <a:off x="3470153" y="1672986"/>
        <a:ext cx="933258" cy="452550"/>
      </dsp:txXfrm>
    </dsp:sp>
    <dsp:sp modelId="{425CF3F5-9D52-4234-B742-595AED5266F9}">
      <dsp:nvSpPr>
        <dsp:cNvPr id="0" name=""/>
        <dsp:cNvSpPr/>
      </dsp:nvSpPr>
      <dsp:spPr>
        <a:xfrm>
          <a:off x="3071508" y="2442133"/>
          <a:ext cx="38456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384566" y="99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3254177" y="2442462"/>
        <a:ext cx="19228" cy="19228"/>
      </dsp:txXfrm>
    </dsp:sp>
    <dsp:sp modelId="{D9B1B994-76EC-4E2B-80E6-E25A4D3D10A4}">
      <dsp:nvSpPr>
        <dsp:cNvPr id="0" name=""/>
        <dsp:cNvSpPr/>
      </dsp:nvSpPr>
      <dsp:spPr>
        <a:xfrm>
          <a:off x="3456074" y="2211722"/>
          <a:ext cx="961416" cy="48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Tuple</a:t>
          </a:r>
        </a:p>
      </dsp:txBody>
      <dsp:txXfrm>
        <a:off x="3470153" y="2225801"/>
        <a:ext cx="933258" cy="452550"/>
      </dsp:txXfrm>
    </dsp:sp>
    <dsp:sp modelId="{DDFA9D80-039C-4938-A46E-82073E183F6F}">
      <dsp:nvSpPr>
        <dsp:cNvPr id="0" name=""/>
        <dsp:cNvSpPr/>
      </dsp:nvSpPr>
      <dsp:spPr>
        <a:xfrm rot="3310531">
          <a:off x="2927081" y="2718540"/>
          <a:ext cx="67342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73420" y="994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3246955" y="2711647"/>
        <a:ext cx="33671" cy="33671"/>
      </dsp:txXfrm>
    </dsp:sp>
    <dsp:sp modelId="{81805A9C-5B7C-4F77-ACE4-BD502F7E945C}">
      <dsp:nvSpPr>
        <dsp:cNvPr id="0" name=""/>
        <dsp:cNvSpPr/>
      </dsp:nvSpPr>
      <dsp:spPr>
        <a:xfrm>
          <a:off x="3456074" y="2764536"/>
          <a:ext cx="961416" cy="4807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Range</a:t>
          </a:r>
        </a:p>
      </dsp:txBody>
      <dsp:txXfrm>
        <a:off x="3470153" y="2778615"/>
        <a:ext cx="933258" cy="452550"/>
      </dsp:txXfrm>
    </dsp:sp>
    <dsp:sp modelId="{2006E285-DCA4-411B-8F07-8642A5B17EA0}">
      <dsp:nvSpPr>
        <dsp:cNvPr id="0" name=""/>
        <dsp:cNvSpPr/>
      </dsp:nvSpPr>
      <dsp:spPr>
        <a:xfrm rot="3310531">
          <a:off x="1581098" y="2718540"/>
          <a:ext cx="67342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673420" y="99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1900973" y="2711647"/>
        <a:ext cx="33671" cy="33671"/>
      </dsp:txXfrm>
    </dsp:sp>
    <dsp:sp modelId="{CAEC1067-5E38-4F32-B5B1-900D5A85DCB5}">
      <dsp:nvSpPr>
        <dsp:cNvPr id="0" name=""/>
        <dsp:cNvSpPr/>
      </dsp:nvSpPr>
      <dsp:spPr>
        <a:xfrm>
          <a:off x="2110091" y="2764536"/>
          <a:ext cx="961416" cy="4807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Set</a:t>
          </a:r>
        </a:p>
      </dsp:txBody>
      <dsp:txXfrm>
        <a:off x="2124170" y="2778615"/>
        <a:ext cx="933258" cy="452550"/>
      </dsp:txXfrm>
    </dsp:sp>
    <dsp:sp modelId="{2C91DFEC-364B-4D7A-8376-B1BFBA3D0B4A}">
      <dsp:nvSpPr>
        <dsp:cNvPr id="0" name=""/>
        <dsp:cNvSpPr/>
      </dsp:nvSpPr>
      <dsp:spPr>
        <a:xfrm rot="4249260">
          <a:off x="1332508" y="2994947"/>
          <a:ext cx="1170600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170600" y="99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500" kern="1200"/>
        </a:p>
      </dsp:txBody>
      <dsp:txXfrm>
        <a:off x="1888543" y="2975625"/>
        <a:ext cx="58530" cy="58530"/>
      </dsp:txXfrm>
    </dsp:sp>
    <dsp:sp modelId="{03A07839-3EBE-46D0-95B5-43409F2B05D4}">
      <dsp:nvSpPr>
        <dsp:cNvPr id="0" name=""/>
        <dsp:cNvSpPr/>
      </dsp:nvSpPr>
      <dsp:spPr>
        <a:xfrm>
          <a:off x="2110091" y="3317350"/>
          <a:ext cx="961416" cy="4807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Dictionary</a:t>
          </a:r>
        </a:p>
      </dsp:txBody>
      <dsp:txXfrm>
        <a:off x="2124170" y="3331429"/>
        <a:ext cx="933258" cy="452550"/>
      </dsp:txXfrm>
    </dsp:sp>
    <dsp:sp modelId="{18DA04DD-7355-4753-BDEB-ACFEC5E52652}">
      <dsp:nvSpPr>
        <dsp:cNvPr id="0" name=""/>
        <dsp:cNvSpPr/>
      </dsp:nvSpPr>
      <dsp:spPr>
        <a:xfrm rot="4616685">
          <a:off x="1066585" y="3271355"/>
          <a:ext cx="1702446" cy="19885"/>
        </a:xfrm>
        <a:custGeom>
          <a:avLst/>
          <a:gdLst/>
          <a:ahLst/>
          <a:cxnLst/>
          <a:rect l="0" t="0" r="0" b="0"/>
          <a:pathLst>
            <a:path>
              <a:moveTo>
                <a:pt x="0" y="9942"/>
              </a:moveTo>
              <a:lnTo>
                <a:pt x="1702446" y="994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SG" sz="600" kern="1200"/>
        </a:p>
      </dsp:txBody>
      <dsp:txXfrm>
        <a:off x="1875247" y="3238736"/>
        <a:ext cx="85122" cy="85122"/>
      </dsp:txXfrm>
    </dsp:sp>
    <dsp:sp modelId="{74C02F85-8C73-4FA2-BB47-00D34584B64B}">
      <dsp:nvSpPr>
        <dsp:cNvPr id="0" name=""/>
        <dsp:cNvSpPr/>
      </dsp:nvSpPr>
      <dsp:spPr>
        <a:xfrm>
          <a:off x="2110091" y="3870165"/>
          <a:ext cx="961416" cy="4807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 dirty="0"/>
            <a:t>None</a:t>
          </a:r>
        </a:p>
      </dsp:txBody>
      <dsp:txXfrm>
        <a:off x="2124170" y="3884244"/>
        <a:ext cx="933258" cy="4525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36FD1-A3B6-6FAC-99E6-FEF9731781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71676E-442F-D668-61AC-49B4DE545F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2C3E5-E50B-2323-1853-AB4F70F3C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8C1877-C4C5-77F1-00E1-86B90410A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6FB90-DCF2-C492-AD24-CAAFF5F0C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876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6B28-B19B-BE7A-468D-DD9325A43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BC1B5-0033-CE46-29E8-3FCCB757C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4CA10-D3FF-57DE-A6E5-EA61876C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B1247-DBC1-F8DC-75F9-853B47F6E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A35C4-F3D6-F32C-69D1-47073D7B0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1903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E379-9F62-7338-8EB7-4DFE56906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2E0462-C2D2-568B-37EB-A59E6AC3C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B79D5-097E-936B-7682-7D5E3C3E7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46812-B58B-9A67-07E5-528B91AE7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38053-2EEA-2329-D5FF-F9A38043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4699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1D1D7-86E2-07F4-A2BD-F5862E628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02960-9CCE-0708-09FC-FFAFF712EC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692ADE-3D52-FB18-2E42-D317F5C00C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E108C-9058-6FB7-5780-52545728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C0DD4-20D5-B768-057E-3F17EC235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0D9DE1-571D-70EB-4D8D-247C3E21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9553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94B2D-A528-A85A-D3D7-88F3F7A3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A136F-3E7B-EA99-E0B3-62885ADDA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84686C-E202-784A-39AE-9F79B1CCA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5D0325-4315-D956-0A0D-44B0DB6554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90CE3F-9F77-B619-402F-A68EA05D80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AD7F60-9819-DC5D-9C47-273EB082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87639F-90F1-62E5-D8BF-CBB61DF0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1571F-31A1-FF50-AEEA-02B4F92F5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2300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3364-7228-774A-E4BB-DCB17CAE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94CB4B-E6D9-8AF9-5972-6703E86B1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CFD2F-8DC0-C153-410E-8107E8DE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40B23-4239-EDB0-978B-7FD4AC2F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41921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21F58-E109-7BF3-E193-6DD0C16F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5AE7A0-6EC1-5C5C-BEAB-6F57F0380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52BFA-B030-18C7-564A-05E4A71F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5391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E5628-D36C-FC45-1C7B-1DF29F1E4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ADF22-601E-4B9B-BA98-5CB3D258B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D9304E-208C-9999-C597-2DAF2933EA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BF49F-2B96-8DD5-F156-1263D393A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39432-5AA3-186F-0A4E-B70C78A94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0D5DA3-137A-765E-71BC-139D5F2CB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02303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DCDF-0E9E-0DFA-5E6B-C32FE585F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A4337-8AB9-2394-6563-8DB2F935A8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E63093-17CE-77B8-D8E8-7177B5B49B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3E7AB4-6E8C-9103-AB88-A5FEC4F8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B4FBEF-D375-DF81-AE22-18E79071A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9A87B2-9C2D-560F-26ED-BDBB96572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0583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A9CA-DCD7-9D47-1E10-B4DBF46E2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427F6-9846-D7B1-3054-0A9072DBA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07AAD-3AF8-D64A-7EC8-4634BAD8C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925DC-CAF8-29E0-C961-06A2A7797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7383B-4CA0-6832-D9A6-716364A5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4068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67700C-9B18-2003-1962-C91F199242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E36C3D-1602-0A39-8FE3-43DDF74B47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DA6CE-DEF7-A88E-4E49-3D13946BB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C037-9ADA-A3C9-DFE9-BCD48BEB8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ADD0B-FC84-A55E-4C76-F3915D556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02839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4CB789-9660-8888-0C5E-E506FC8E9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2A5957-0666-75BF-319E-263437B41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8F227-D49B-FD5F-876F-7C0DF8E43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F3284D-BE25-4628-AC16-3365AF1704C9}" type="datetimeFigureOut">
              <a:rPr lang="en-SG" smtClean="0"/>
              <a:t>29/6/2026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1ADF3-B22C-1413-6018-28FB127A9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DF944-8350-6FEB-BAA1-B1EA4A74B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45E42-2D51-4EC1-9406-60786C73865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0294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1DFBE-5B3C-7A23-1B78-4A484D1224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856E1B-5679-BCD3-5644-9A13E7745D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SG" dirty="0"/>
              <a:t>Mahmudul Haque Joy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F66738-0320-7476-6B81-122EEC6810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3529" y="5262563"/>
            <a:ext cx="1407459" cy="1407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4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9425C-29F5-D6F8-6824-07666DC2A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F48FF-AE8E-86EA-04DC-DEEB2C6B5E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SG" dirty="0"/>
              <a:t>What is Programming?</a:t>
            </a:r>
          </a:p>
          <a:p>
            <a:r>
              <a:rPr lang="en-SG" dirty="0"/>
              <a:t>Basics of Python.</a:t>
            </a:r>
          </a:p>
          <a:p>
            <a:r>
              <a:rPr lang="en-SG" dirty="0"/>
              <a:t>Installation process of python</a:t>
            </a:r>
          </a:p>
          <a:p>
            <a:r>
              <a:rPr lang="en-SG" dirty="0"/>
              <a:t>Installation process of VS Code</a:t>
            </a:r>
          </a:p>
          <a:p>
            <a:r>
              <a:rPr lang="en-SG" dirty="0"/>
              <a:t>Basic Components of Python</a:t>
            </a:r>
          </a:p>
          <a:p>
            <a:r>
              <a:rPr lang="en-SG" dirty="0"/>
              <a:t>What is keyword?</a:t>
            </a:r>
          </a:p>
          <a:p>
            <a:r>
              <a:rPr lang="en-SG" dirty="0"/>
              <a:t>What is variables?</a:t>
            </a:r>
          </a:p>
          <a:p>
            <a:r>
              <a:rPr lang="en-SG" dirty="0"/>
              <a:t>Rules of Identifiers</a:t>
            </a:r>
          </a:p>
          <a:p>
            <a:r>
              <a:rPr lang="en-SG" dirty="0"/>
              <a:t>What is Data type?</a:t>
            </a:r>
          </a:p>
          <a:p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6517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0496-BA6F-6295-4E88-6CD35C31C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About 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AE0B8-E53D-906A-EA09-861734404A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SG" dirty="0"/>
              <a:t>Educational Background</a:t>
            </a:r>
          </a:p>
          <a:p>
            <a:pPr lvl="1" algn="just"/>
            <a:r>
              <a:rPr lang="en-SG" dirty="0"/>
              <a:t>Rangpur Zilla School – 2013</a:t>
            </a:r>
          </a:p>
          <a:p>
            <a:pPr lvl="1" algn="just"/>
            <a:r>
              <a:rPr lang="en-SG" dirty="0"/>
              <a:t>Rangpur Govt. College – 2015</a:t>
            </a:r>
          </a:p>
          <a:p>
            <a:pPr lvl="1" algn="just"/>
            <a:r>
              <a:rPr lang="en-SG" dirty="0"/>
              <a:t>Bangladesh Army University of Science &amp; Technology – CSE - 2019</a:t>
            </a:r>
          </a:p>
          <a:p>
            <a:pPr algn="just"/>
            <a:r>
              <a:rPr lang="en-SG" dirty="0"/>
              <a:t>Professional Background</a:t>
            </a:r>
          </a:p>
          <a:p>
            <a:pPr lvl="1" algn="just"/>
            <a:r>
              <a:rPr lang="en-SG" dirty="0"/>
              <a:t>Trainee Game Developer, Advanced Mobile Apps &amp; Games Development Project, ICT Division</a:t>
            </a:r>
          </a:p>
          <a:p>
            <a:pPr lvl="1" algn="just"/>
            <a:r>
              <a:rPr lang="en-SG" dirty="0"/>
              <a:t>Jr. Associate, </a:t>
            </a:r>
            <a:r>
              <a:rPr lang="en-SG" dirty="0" err="1"/>
              <a:t>Daraz</a:t>
            </a:r>
            <a:r>
              <a:rPr lang="en-SG" dirty="0"/>
              <a:t> Bangladesh Limited.</a:t>
            </a:r>
          </a:p>
          <a:p>
            <a:pPr lvl="1" algn="just"/>
            <a:r>
              <a:rPr lang="en-SG" dirty="0"/>
              <a:t>IT Instructor/ Support Engineer, Bangladesh Army</a:t>
            </a:r>
          </a:p>
          <a:p>
            <a:pPr lvl="1" algn="just"/>
            <a:r>
              <a:rPr lang="en-SG" dirty="0"/>
              <a:t>AI/ML Engineer, Smart Code Bangladesh Limited.</a:t>
            </a:r>
          </a:p>
          <a:p>
            <a:pPr algn="just"/>
            <a:r>
              <a:rPr lang="en-SG" dirty="0"/>
              <a:t>Research Background</a:t>
            </a:r>
          </a:p>
          <a:p>
            <a:pPr lvl="1" algn="just"/>
            <a:r>
              <a:rPr lang="en-SG" dirty="0"/>
              <a:t>MI-Task Classification Using Logistic Regression and Filter Bank Common Spatial Pattern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A38F13-CF7B-D82C-B0FE-78AC7E63A1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05260" y="1027906"/>
            <a:ext cx="4748540" cy="4486275"/>
          </a:xfrm>
        </p:spPr>
      </p:pic>
    </p:spTree>
    <p:extLst>
      <p:ext uri="{BB962C8B-B14F-4D97-AF65-F5344CB8AC3E}">
        <p14:creationId xmlns:p14="http://schemas.microsoft.com/office/powerpoint/2010/main" val="3435657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7CDA5-881B-56E6-43D3-BDE38E04D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73D78-DB84-1754-E3A9-1971BC6A0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/>
              <a:t>Programming is the process of creating instructions that tell a computer/System what to do. These instructions are written in a programming language such as Python, Java, C++, or JavaScript.</a:t>
            </a:r>
          </a:p>
          <a:p>
            <a:pPr marL="0" indent="0" algn="just">
              <a:buNone/>
            </a:pPr>
            <a:endParaRPr lang="en-GB" dirty="0"/>
          </a:p>
          <a:p>
            <a:pPr marL="0" indent="0" algn="just">
              <a:buNone/>
            </a:pPr>
            <a:r>
              <a:rPr lang="en-GB" dirty="0"/>
              <a:t>For this course we will use : Python.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76233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092E4-BB2B-CEE8-59BA-82D1EC7AE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Basic Info About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65ADB-BE4C-D9BA-EE6A-B7634C66A6A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SG" dirty="0"/>
              <a:t>Created By: Guido van Rossum</a:t>
            </a:r>
          </a:p>
          <a:p>
            <a:r>
              <a:rPr lang="en-SG" dirty="0"/>
              <a:t> First Release: 1991</a:t>
            </a:r>
          </a:p>
          <a:p>
            <a:r>
              <a:rPr lang="en-SG" dirty="0"/>
              <a:t>Compilation Type: Interpretation</a:t>
            </a:r>
          </a:p>
          <a:p>
            <a:r>
              <a:rPr lang="en-SG" dirty="0"/>
              <a:t>Language type: High Level Language</a:t>
            </a:r>
          </a:p>
          <a:p>
            <a:r>
              <a:rPr lang="en-SG" dirty="0"/>
              <a:t>Current Release: 3.14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3079B8-079A-CFDF-14F9-0820777B66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331" y="1825625"/>
            <a:ext cx="4351338" cy="4351338"/>
          </a:xfrm>
        </p:spPr>
      </p:pic>
    </p:spTree>
    <p:extLst>
      <p:ext uri="{BB962C8B-B14F-4D97-AF65-F5344CB8AC3E}">
        <p14:creationId xmlns:p14="http://schemas.microsoft.com/office/powerpoint/2010/main" val="3158078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7F0A5-5819-7887-A503-29ACBA42E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Frameworks &amp; Packages of Python We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DBA5-E42F-B9BB-10F3-B8124C1D8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fontScale="85000" lnSpcReduction="20000"/>
          </a:bodyPr>
          <a:lstStyle/>
          <a:p>
            <a:r>
              <a:rPr lang="pt-BR" dirty="0"/>
              <a:t>NumPy – Numerical computing</a:t>
            </a:r>
          </a:p>
          <a:p>
            <a:r>
              <a:rPr lang="pt-BR" dirty="0"/>
              <a:t>Pandas – Data manipulation</a:t>
            </a:r>
          </a:p>
          <a:p>
            <a:r>
              <a:rPr lang="pt-BR" dirty="0"/>
              <a:t>Matplotlib – Data visualization</a:t>
            </a:r>
          </a:p>
          <a:p>
            <a:r>
              <a:rPr lang="en-SG" dirty="0" err="1"/>
              <a:t>Plotly</a:t>
            </a:r>
            <a:r>
              <a:rPr lang="en-SG" dirty="0"/>
              <a:t> – Interactive charts</a:t>
            </a:r>
          </a:p>
          <a:p>
            <a:r>
              <a:rPr lang="en-GB" dirty="0"/>
              <a:t>scikit-learn</a:t>
            </a:r>
          </a:p>
          <a:p>
            <a:r>
              <a:rPr lang="en-GB" dirty="0" err="1"/>
              <a:t>PyTorch</a:t>
            </a:r>
            <a:endParaRPr lang="en-GB" dirty="0"/>
          </a:p>
          <a:p>
            <a:r>
              <a:rPr lang="en-GB" dirty="0"/>
              <a:t>Tensor</a:t>
            </a:r>
          </a:p>
          <a:p>
            <a:r>
              <a:rPr lang="en-GB" dirty="0" err="1"/>
              <a:t>FlowKeras</a:t>
            </a:r>
            <a:endParaRPr lang="en-GB" dirty="0"/>
          </a:p>
          <a:p>
            <a:r>
              <a:rPr lang="en-GB" dirty="0"/>
              <a:t>OpenCV</a:t>
            </a:r>
          </a:p>
          <a:p>
            <a:r>
              <a:rPr lang="en-GB" dirty="0"/>
              <a:t>YOLO</a:t>
            </a:r>
          </a:p>
          <a:p>
            <a:r>
              <a:rPr lang="en-GB" dirty="0" err="1"/>
              <a:t>Albumentations</a:t>
            </a:r>
            <a:endParaRPr lang="en-GB" dirty="0"/>
          </a:p>
          <a:p>
            <a:r>
              <a:rPr lang="en-SG" dirty="0"/>
              <a:t>Transformers</a:t>
            </a:r>
          </a:p>
          <a:p>
            <a:r>
              <a:rPr lang="en-SG" dirty="0"/>
              <a:t>Hugging Face ecosystem</a:t>
            </a:r>
          </a:p>
          <a:p>
            <a:r>
              <a:rPr lang="en-SG" dirty="0" err="1"/>
              <a:t>spaCy</a:t>
            </a:r>
            <a:endParaRPr lang="en-SG" dirty="0"/>
          </a:p>
          <a:p>
            <a:r>
              <a:rPr lang="en-SG" dirty="0"/>
              <a:t>NLTK</a:t>
            </a:r>
          </a:p>
          <a:p>
            <a:r>
              <a:rPr lang="en-SG" dirty="0" err="1"/>
              <a:t>LangChain</a:t>
            </a:r>
            <a:endParaRPr lang="en-SG" dirty="0"/>
          </a:p>
          <a:p>
            <a:r>
              <a:rPr lang="en-SG" dirty="0" err="1"/>
              <a:t>LlamaIndex</a:t>
            </a:r>
            <a:endParaRPr lang="en-SG" dirty="0"/>
          </a:p>
          <a:p>
            <a:r>
              <a:rPr lang="en-SG" dirty="0" err="1"/>
              <a:t>vLLM</a:t>
            </a:r>
            <a:endParaRPr lang="en-SG" dirty="0"/>
          </a:p>
          <a:p>
            <a:r>
              <a:rPr lang="en-SG" dirty="0" err="1"/>
              <a:t>Ollama</a:t>
            </a:r>
            <a:endParaRPr lang="en-SG" dirty="0"/>
          </a:p>
          <a:p>
            <a:r>
              <a:rPr lang="en-SG" dirty="0"/>
              <a:t>Django/Fast API</a:t>
            </a:r>
          </a:p>
          <a:p>
            <a:r>
              <a:rPr lang="en-SG" dirty="0"/>
              <a:t>Jupiter Notebook</a:t>
            </a:r>
          </a:p>
        </p:txBody>
      </p:sp>
    </p:spTree>
    <p:extLst>
      <p:ext uri="{BB962C8B-B14F-4D97-AF65-F5344CB8AC3E}">
        <p14:creationId xmlns:p14="http://schemas.microsoft.com/office/powerpoint/2010/main" val="54091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9BCE-6F9E-6852-4D20-7421FE071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Other Things We Need To Become A Jr. Developer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97A2C-B824-4A28-B272-D1D6C6184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SG" dirty="0"/>
              <a:t>HTML</a:t>
            </a:r>
          </a:p>
          <a:p>
            <a:r>
              <a:rPr lang="en-SG" dirty="0"/>
              <a:t>CSS3</a:t>
            </a:r>
          </a:p>
          <a:p>
            <a:r>
              <a:rPr lang="en-SG" dirty="0"/>
              <a:t>Bootstrap</a:t>
            </a:r>
          </a:p>
          <a:p>
            <a:r>
              <a:rPr lang="en-SG" dirty="0"/>
              <a:t>JavaScript</a:t>
            </a:r>
          </a:p>
          <a:p>
            <a:r>
              <a:rPr lang="en-SG" dirty="0"/>
              <a:t>React JS/Vue JS</a:t>
            </a:r>
          </a:p>
          <a:p>
            <a:r>
              <a:rPr lang="en-SG" dirty="0"/>
              <a:t>Docker</a:t>
            </a:r>
          </a:p>
          <a:p>
            <a:r>
              <a:rPr lang="en-SG" dirty="0"/>
              <a:t>Linux</a:t>
            </a:r>
          </a:p>
          <a:p>
            <a:r>
              <a:rPr lang="en-SG" dirty="0"/>
              <a:t>NGINX</a:t>
            </a:r>
          </a:p>
          <a:p>
            <a:r>
              <a:rPr lang="en-SG" dirty="0"/>
              <a:t>Redis</a:t>
            </a:r>
          </a:p>
          <a:p>
            <a:r>
              <a:rPr lang="en-SG" dirty="0"/>
              <a:t>PostgreSQL/MySQL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64849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6C47F-AA06-382A-7744-66E806D52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066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920CBA-2D8D-5329-DDFA-FF4C568E3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50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613E5-0CDB-7D04-543B-CAF494D63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Basic Components of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73CDB-E366-6D9C-C477-2760BAA808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SG" dirty="0"/>
              <a:t>Keywords</a:t>
            </a:r>
          </a:p>
          <a:p>
            <a:r>
              <a:rPr lang="en-SG" dirty="0"/>
              <a:t>Variables</a:t>
            </a:r>
          </a:p>
          <a:p>
            <a:r>
              <a:rPr lang="en-SG" dirty="0"/>
              <a:t>Data Types</a:t>
            </a:r>
          </a:p>
          <a:p>
            <a:r>
              <a:rPr lang="en-SG" dirty="0"/>
              <a:t>Operators</a:t>
            </a:r>
          </a:p>
          <a:p>
            <a:r>
              <a:rPr lang="en-SG" dirty="0"/>
              <a:t>Input/Output</a:t>
            </a:r>
          </a:p>
          <a:p>
            <a:r>
              <a:rPr lang="en-SG" dirty="0"/>
              <a:t>Conditional Statements</a:t>
            </a:r>
          </a:p>
          <a:p>
            <a:r>
              <a:rPr lang="en-SG" dirty="0"/>
              <a:t>Loops</a:t>
            </a:r>
          </a:p>
          <a:p>
            <a:r>
              <a:rPr lang="en-SG" dirty="0"/>
              <a:t>Functions</a:t>
            </a:r>
          </a:p>
          <a:p>
            <a:r>
              <a:rPr lang="en-SG" dirty="0"/>
              <a:t>Lists, Tuples, Dictionaries, Sets</a:t>
            </a:r>
          </a:p>
          <a:p>
            <a:r>
              <a:rPr lang="en-SG" dirty="0"/>
              <a:t>Modules &amp; Libraries</a:t>
            </a:r>
          </a:p>
          <a:p>
            <a:r>
              <a:rPr lang="en-SG" dirty="0"/>
              <a:t>Classes &amp; Objects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FE44D16-DEA0-3CAF-1033-25681F365D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690688"/>
            <a:ext cx="5181600" cy="4248294"/>
          </a:xfrm>
        </p:spPr>
      </p:pic>
    </p:spTree>
    <p:extLst>
      <p:ext uri="{BB962C8B-B14F-4D97-AF65-F5344CB8AC3E}">
        <p14:creationId xmlns:p14="http://schemas.microsoft.com/office/powerpoint/2010/main" val="79300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0CF75-17C3-1152-ACBF-D820C0D14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Keyword?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58F83-2562-8FB3-C80E-132C076A42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/>
              <a:t>A keyword is a reserved word in Python that has a predefined meaning and purpose. Python uses keywords to define the syntax and structure of programs.</a:t>
            </a:r>
          </a:p>
          <a:p>
            <a:r>
              <a:rPr lang="en-SG" dirty="0"/>
              <a:t>Example: class, for, if, in</a:t>
            </a:r>
          </a:p>
          <a:p>
            <a:r>
              <a:rPr lang="en-SG" dirty="0"/>
              <a:t>Total no of Keywords in python 3.14 Version: 35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53941AA-A498-6ED6-E716-192B3D946D0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690688"/>
            <a:ext cx="5181600" cy="3724919"/>
          </a:xfrm>
        </p:spPr>
      </p:pic>
    </p:spTree>
    <p:extLst>
      <p:ext uri="{BB962C8B-B14F-4D97-AF65-F5344CB8AC3E}">
        <p14:creationId xmlns:p14="http://schemas.microsoft.com/office/powerpoint/2010/main" val="2850379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E9E0-F12B-0E63-55D9-83DD33727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Variable?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26F4F-88D7-CD60-A4CF-69FF1933F2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/>
              <a:t>A variable is a named storage location that holds a value. Think of it as a labelled box: the name is the label, and the value is what you put inside the box.</a:t>
            </a:r>
            <a:endParaRPr lang="en-SG" dirty="0"/>
          </a:p>
          <a:p>
            <a:pPr algn="just"/>
            <a:r>
              <a:rPr lang="en-GB" dirty="0"/>
              <a:t>Python creates the variable when you first assign a value.</a:t>
            </a:r>
          </a:p>
          <a:p>
            <a:pPr algn="just"/>
            <a:r>
              <a:rPr lang="en-GB" dirty="0"/>
              <a:t>The variable points to that value.</a:t>
            </a:r>
          </a:p>
          <a:p>
            <a:pPr algn="just"/>
            <a:r>
              <a:rPr lang="en-GB" dirty="0"/>
              <a:t>You can change the value later.</a:t>
            </a:r>
            <a:endParaRPr lang="en-S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93FB6F-E7CB-53CE-2252-8049F6DD3A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50" y="1825625"/>
            <a:ext cx="5168900" cy="3857999"/>
          </a:xfrm>
        </p:spPr>
      </p:pic>
    </p:spTree>
    <p:extLst>
      <p:ext uri="{BB962C8B-B14F-4D97-AF65-F5344CB8AC3E}">
        <p14:creationId xmlns:p14="http://schemas.microsoft.com/office/powerpoint/2010/main" val="1366143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156-0904-3728-2AE3-7A3C8CA9E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Rules of Identifiers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EF0A1-97A8-EA7B-6846-20A27115F2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Must start with a letter or underscore.</a:t>
            </a:r>
          </a:p>
          <a:p>
            <a:r>
              <a:rPr lang="en-GB" dirty="0"/>
              <a:t>Cannot start with a digit.</a:t>
            </a:r>
          </a:p>
          <a:p>
            <a:r>
              <a:rPr lang="en-GB" dirty="0"/>
              <a:t>Cannot be a Python keyword (if, for, class, etc.).</a:t>
            </a:r>
          </a:p>
          <a:p>
            <a:r>
              <a:rPr lang="en-GB" dirty="0"/>
              <a:t>Are case-sensitive (age, Age, and AGE are different variables).</a:t>
            </a:r>
            <a:endParaRPr lang="en-SG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345C99-CAE9-454F-AAD5-06F2CE251E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918447"/>
            <a:ext cx="5181600" cy="3157753"/>
          </a:xfrm>
        </p:spPr>
      </p:pic>
    </p:spTree>
    <p:extLst>
      <p:ext uri="{BB962C8B-B14F-4D97-AF65-F5344CB8AC3E}">
        <p14:creationId xmlns:p14="http://schemas.microsoft.com/office/powerpoint/2010/main" val="26513927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9181D-9491-837F-69ED-651024435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What is Data Types?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F64BB-25C5-7D41-A7C7-86125B5096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GB" dirty="0"/>
              <a:t>A data type defines the kind of value a variable can store and the operations that can be performed on that value.</a:t>
            </a:r>
          </a:p>
          <a:p>
            <a:pPr marL="0" indent="0" algn="just">
              <a:buNone/>
            </a:pPr>
            <a:r>
              <a:rPr lang="en-GB" dirty="0"/>
              <a:t>Examples:</a:t>
            </a:r>
          </a:p>
          <a:p>
            <a:pPr marL="0" indent="0" algn="just">
              <a:buNone/>
            </a:pPr>
            <a:r>
              <a:rPr lang="en-GB" dirty="0"/>
              <a:t>name = "Joy"      # String</a:t>
            </a:r>
          </a:p>
          <a:p>
            <a:pPr marL="0" indent="0" algn="just">
              <a:buNone/>
            </a:pPr>
            <a:r>
              <a:rPr lang="en-GB" dirty="0"/>
              <a:t>age = 25          # Integer</a:t>
            </a:r>
          </a:p>
          <a:p>
            <a:pPr marL="0" indent="0" algn="just">
              <a:buNone/>
            </a:pPr>
            <a:r>
              <a:rPr lang="en-GB" dirty="0"/>
              <a:t>height = 5.8      # Float</a:t>
            </a:r>
          </a:p>
          <a:p>
            <a:pPr marL="0" indent="0" algn="just">
              <a:buNone/>
            </a:pPr>
            <a:r>
              <a:rPr lang="en-GB" dirty="0" err="1"/>
              <a:t>is_student</a:t>
            </a:r>
            <a:r>
              <a:rPr lang="en-GB" dirty="0"/>
              <a:t> = True # Boolean</a:t>
            </a:r>
          </a:p>
          <a:p>
            <a:endParaRPr lang="en-SG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9E2356F-B806-B376-C657-7C1F221E74AC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9071820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95542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85301-6208-0E66-24F6-89498FA4B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0" i="0" dirty="0">
                <a:effectLst/>
                <a:latin typeface="Segoe UI" panose="020B0502040204020203" pitchFamily="34" charset="0"/>
              </a:rPr>
              <a:t>Comments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6723C-4545-7825-A0C2-7516D688B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10515599" cy="4351338"/>
          </a:xfrm>
        </p:spPr>
        <p:txBody>
          <a:bodyPr/>
          <a:lstStyle/>
          <a:p>
            <a:pPr algn="just"/>
            <a:r>
              <a:rPr lang="en-GB" dirty="0"/>
              <a:t>Python has commenting capability for the purpose of in-code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622215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BE1E-F8E2-9BD3-C8C6-998D9A7E6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Resources you can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86B94-D243-83DE-C669-45134D3B7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W3Schools</a:t>
            </a:r>
          </a:p>
          <a:p>
            <a:r>
              <a:rPr lang="en-SG" dirty="0" err="1"/>
              <a:t>Programiz</a:t>
            </a:r>
            <a:endParaRPr lang="en-SG" dirty="0"/>
          </a:p>
          <a:p>
            <a:r>
              <a:rPr lang="en-SG" dirty="0" err="1"/>
              <a:t>Codecademy</a:t>
            </a:r>
            <a:endParaRPr lang="en-SG" dirty="0"/>
          </a:p>
          <a:p>
            <a:r>
              <a:rPr lang="en-SG" dirty="0" err="1"/>
              <a:t>freeCodeCamp</a:t>
            </a:r>
            <a:endParaRPr lang="en-SG" dirty="0"/>
          </a:p>
          <a:p>
            <a:r>
              <a:rPr lang="en-SG" dirty="0"/>
              <a:t>Real Python</a:t>
            </a:r>
          </a:p>
          <a:p>
            <a:r>
              <a:rPr lang="en-SG" dirty="0" err="1"/>
              <a:t>GeeksforGeeks</a:t>
            </a:r>
            <a:endParaRPr lang="en-SG" dirty="0"/>
          </a:p>
          <a:p>
            <a:r>
              <a:rPr lang="en-SG" dirty="0"/>
              <a:t>Kaggle</a:t>
            </a:r>
          </a:p>
        </p:txBody>
      </p:sp>
    </p:spTree>
    <p:extLst>
      <p:ext uri="{BB962C8B-B14F-4D97-AF65-F5344CB8AC3E}">
        <p14:creationId xmlns:p14="http://schemas.microsoft.com/office/powerpoint/2010/main" val="3620290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4FC1B7-B47B-0DFB-CDB2-937398238B11}"/>
              </a:ext>
            </a:extLst>
          </p:cNvPr>
          <p:cNvSpPr/>
          <p:nvPr/>
        </p:nvSpPr>
        <p:spPr>
          <a:xfrm>
            <a:off x="4292461" y="2321004"/>
            <a:ext cx="3607078" cy="221599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38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220046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705</TotalTime>
  <Words>560</Words>
  <Application>Microsoft Office PowerPoint</Application>
  <PresentationFormat>Widescreen</PresentationFormat>
  <Paragraphs>125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Segoe UI</vt:lpstr>
      <vt:lpstr>Office Theme</vt:lpstr>
      <vt:lpstr>Python</vt:lpstr>
      <vt:lpstr>Content</vt:lpstr>
      <vt:lpstr>About Me</vt:lpstr>
      <vt:lpstr>What is Programming?</vt:lpstr>
      <vt:lpstr>Basic Info About Python?</vt:lpstr>
      <vt:lpstr>Frameworks &amp; Packages of Python We Need</vt:lpstr>
      <vt:lpstr>Other Things We Need To Become A Jr. Developer</vt:lpstr>
      <vt:lpstr>PowerPoint Presentation</vt:lpstr>
      <vt:lpstr>PowerPoint Presentation</vt:lpstr>
      <vt:lpstr>Basic Components of Python</vt:lpstr>
      <vt:lpstr>What is Keyword?</vt:lpstr>
      <vt:lpstr>What is Variable?</vt:lpstr>
      <vt:lpstr>Rules of Identifiers</vt:lpstr>
      <vt:lpstr>What is Data Types?</vt:lpstr>
      <vt:lpstr>Comments</vt:lpstr>
      <vt:lpstr>Resources you can use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5</cp:revision>
  <dcterms:created xsi:type="dcterms:W3CDTF">2026-06-08T16:57:41Z</dcterms:created>
  <dcterms:modified xsi:type="dcterms:W3CDTF">2026-06-29T16:47:13Z</dcterms:modified>
</cp:coreProperties>
</file>