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e6fec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e6fec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e1c265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ee1c265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e1c265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ee1c265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ee1c265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ee1c265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ee1c265e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ee1c265e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e1c265e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ee1c265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e1c265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e1c265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e1c265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ee1c265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e1c265e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e1c265e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ee1c265e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ee1c265e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ee1c265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ee1c265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ee1c265e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ee1c265e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1361452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1361452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ee1c265e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ee1c265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ee1c265e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ee1c265e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e1c265e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ee1c265e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e1c265e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ee1c265e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ee1c265e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ee1c265e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ee1c265e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ee1c265e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e1c265e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ee1c265e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ee6fec74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ee6fec74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ee1c265e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ee1c265e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ad45c5c4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ad45c5c4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e1c265e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ee1c265e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ad45c5c4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ad45c5c4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ee1c265e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ee1c265e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4751a78fafa9d9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4751a78fafa9d9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751a78fafa9d95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4751a78fafa9d95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4751a78fafa9d95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4751a78fafa9d9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4751a78fafa9d95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4751a78fafa9d95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ee1c265e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ee1c265e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ee1c265e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ee1c265e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ee1c265e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ee1c265e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ee6fec7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ee6fec7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ad45c5c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ad45c5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ee1c265e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ee1c265e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Backpropagation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850" y="1152475"/>
            <a:ext cx="42197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150" y="1152475"/>
            <a:ext cx="327404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650" y="1152475"/>
            <a:ext cx="33939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479" y="1152475"/>
            <a:ext cx="4266895" cy="34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375" y="1152475"/>
            <a:ext cx="414227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200" y="1152475"/>
            <a:ext cx="4210349" cy="347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800" y="1152475"/>
            <a:ext cx="4145051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890" y="1152475"/>
            <a:ext cx="414505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7629" l="20523" r="13058" t="6556"/>
          <a:stretch/>
        </p:blipFill>
        <p:spPr>
          <a:xfrm>
            <a:off x="369350" y="1152475"/>
            <a:ext cx="5061426" cy="32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625" y="1152475"/>
            <a:ext cx="2995675" cy="33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1075" y="2141551"/>
            <a:ext cx="3079475" cy="238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527" y="1146465"/>
            <a:ext cx="5580701" cy="8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6656525" y="2869275"/>
            <a:ext cx="19146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00FF"/>
                </a:solidFill>
              </a:rPr>
              <a:t>Don’t take the equation literally, the equation is not 100% mathematically accurate. It’s only meant to help you understand the concept intuitively.</a:t>
            </a:r>
            <a:endParaRPr sz="11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 b="0" l="18989" r="0" t="0"/>
          <a:stretch/>
        </p:blipFill>
        <p:spPr>
          <a:xfrm>
            <a:off x="4275000" y="1152470"/>
            <a:ext cx="4557300" cy="2935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3963296" cy="312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065750" cy="24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750" y="1171300"/>
            <a:ext cx="4502548" cy="280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850" y="1152475"/>
            <a:ext cx="6105393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37" y="1183312"/>
            <a:ext cx="6466525" cy="27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50" y="1542963"/>
            <a:ext cx="8051375" cy="20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7844450" cy="26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17475"/>
            <a:ext cx="4134150" cy="25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0" l="11499" r="10855" t="0"/>
          <a:stretch/>
        </p:blipFill>
        <p:spPr>
          <a:xfrm>
            <a:off x="4445850" y="1199977"/>
            <a:ext cx="4260301" cy="274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73" y="1152475"/>
            <a:ext cx="60726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700" y="1183375"/>
            <a:ext cx="6773739" cy="335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327" y="1152475"/>
            <a:ext cx="58499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</a:t>
            </a:r>
            <a:r>
              <a:rPr lang="en"/>
              <a:t>Propagation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52128" l="0" r="0" t="0"/>
          <a:stretch/>
        </p:blipFill>
        <p:spPr>
          <a:xfrm>
            <a:off x="1230025" y="1723625"/>
            <a:ext cx="6683950" cy="24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</a:t>
            </a:r>
            <a:r>
              <a:rPr lang="en"/>
              <a:t>Propagation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2644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r>
              <a:rPr lang="en"/>
              <a:t> and Chain Rule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 rotWithShape="1">
          <a:blip r:embed="rId3">
            <a:alphaModFix/>
          </a:blip>
          <a:srcRect b="48823" l="0" r="0" t="0"/>
          <a:stretch/>
        </p:blipFill>
        <p:spPr>
          <a:xfrm>
            <a:off x="311700" y="1152475"/>
            <a:ext cx="5869499" cy="231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6"/>
          <p:cNvPicPr preferRelativeResize="0"/>
          <p:nvPr/>
        </p:nvPicPr>
        <p:blipFill rotWithShape="1">
          <a:blip r:embed="rId4">
            <a:alphaModFix/>
          </a:blip>
          <a:srcRect b="7219" l="31917" r="39635" t="54219"/>
          <a:stretch/>
        </p:blipFill>
        <p:spPr>
          <a:xfrm>
            <a:off x="6737373" y="1479088"/>
            <a:ext cx="2094927" cy="21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Backpropagation and Chain Rule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700452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711" y="1190700"/>
            <a:ext cx="7340575" cy="33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438" y="1152473"/>
            <a:ext cx="7025124" cy="2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9"/>
          <p:cNvSpPr txBox="1"/>
          <p:nvPr/>
        </p:nvSpPr>
        <p:spPr>
          <a:xfrm>
            <a:off x="311700" y="3741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accent1"/>
                </a:solidFill>
              </a:rPr>
              <a:t>gradient = dy/dx means: how much does y change when  changes?</a:t>
            </a:r>
            <a:endParaRPr b="1" i="1" sz="1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accent1"/>
                </a:solidFill>
              </a:rPr>
              <a:t>, more mathematically: dy/dx tells us how y changes with respect to x.</a:t>
            </a:r>
            <a:r>
              <a:rPr lang="en" sz="1600">
                <a:solidFill>
                  <a:schemeClr val="accent1"/>
                </a:solidFill>
              </a:rPr>
              <a:t> 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200" y="1152475"/>
            <a:ext cx="4698900" cy="31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963" y="1152475"/>
            <a:ext cx="4630774" cy="31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50" y="1152475"/>
            <a:ext cx="5009324" cy="33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350" y="1627835"/>
            <a:ext cx="5917650" cy="246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409" y="1152475"/>
            <a:ext cx="607361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675" y="1180163"/>
            <a:ext cx="7697000" cy="33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 in a multilayer network</a:t>
            </a:r>
            <a:endParaRPr/>
          </a:p>
        </p:txBody>
      </p:sp>
      <p:sp>
        <p:nvSpPr>
          <p:cNvPr id="294" name="Google Shape;29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889" y="1152476"/>
            <a:ext cx="60826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7"/>
          <p:cNvSpPr txBox="1"/>
          <p:nvPr/>
        </p:nvSpPr>
        <p:spPr>
          <a:xfrm>
            <a:off x="311700" y="1152475"/>
            <a:ext cx="58197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Process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Forward propagation resulting in an output and loss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Backward propagation using the chain rule to compute the gradient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Descend the loss by performing gradient descent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675" y="445025"/>
            <a:ext cx="285991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